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134806596" r:id="rId2"/>
    <p:sldId id="2147471331" r:id="rId3"/>
    <p:sldId id="2147471332" r:id="rId4"/>
    <p:sldId id="2147471337" r:id="rId5"/>
    <p:sldId id="2147471338" r:id="rId6"/>
    <p:sldId id="2147471339" r:id="rId7"/>
    <p:sldId id="2147471334" r:id="rId8"/>
    <p:sldId id="2147471335" r:id="rId9"/>
    <p:sldId id="2147471336" r:id="rId10"/>
    <p:sldId id="213480651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, Rahul (Cognizant)" userId="6f7a9476-2aa6-4c9c-bf70-115fe9947327" providerId="ADAL" clId="{5832C2EF-A8C9-428F-A610-21AD3E91D198}"/>
    <pc:docChg chg="custSel modSld">
      <pc:chgData name="C, Rahul (Cognizant)" userId="6f7a9476-2aa6-4c9c-bf70-115fe9947327" providerId="ADAL" clId="{5832C2EF-A8C9-428F-A610-21AD3E91D198}" dt="2025-12-23T07:10:52.649" v="14" actId="20577"/>
      <pc:docMkLst>
        <pc:docMk/>
      </pc:docMkLst>
      <pc:sldChg chg="modSp mod">
        <pc:chgData name="C, Rahul (Cognizant)" userId="6f7a9476-2aa6-4c9c-bf70-115fe9947327" providerId="ADAL" clId="{5832C2EF-A8C9-428F-A610-21AD3E91D198}" dt="2025-12-23T07:10:52.649" v="14" actId="20577"/>
        <pc:sldMkLst>
          <pc:docMk/>
          <pc:sldMk cId="2229310062" sldId="2147471337"/>
        </pc:sldMkLst>
        <pc:spChg chg="mod">
          <ac:chgData name="C, Rahul (Cognizant)" userId="6f7a9476-2aa6-4c9c-bf70-115fe9947327" providerId="ADAL" clId="{5832C2EF-A8C9-428F-A610-21AD3E91D198}" dt="2025-12-23T07:10:52.649" v="14" actId="20577"/>
          <ac:spMkLst>
            <pc:docMk/>
            <pc:sldMk cId="2229310062" sldId="2147471337"/>
            <ac:spMk id="3" creationId="{3AD30215-0931-A468-98D3-CFCC5E2AF1E2}"/>
          </ac:spMkLst>
        </pc:spChg>
      </pc:sldChg>
    </pc:docChg>
  </pc:docChgLst>
  <pc:docChgLst>
    <pc:chgData name="C, Rahul (Cognizant)" userId="cffd9b70-70bc-47e5-b848-2a2c49929384" providerId="ADAL" clId="{C2936117-DA3B-4A69-8BCC-2FD8C7A9E797}"/>
    <pc:docChg chg="delSld modSld sldOrd">
      <pc:chgData name="C, Rahul (Cognizant)" userId="cffd9b70-70bc-47e5-b848-2a2c49929384" providerId="ADAL" clId="{C2936117-DA3B-4A69-8BCC-2FD8C7A9E797}" dt="2025-12-18T14:38:42.267" v="10" actId="47"/>
      <pc:docMkLst>
        <pc:docMk/>
      </pc:docMkLst>
      <pc:sldChg chg="del">
        <pc:chgData name="C, Rahul (Cognizant)" userId="cffd9b70-70bc-47e5-b848-2a2c49929384" providerId="ADAL" clId="{C2936117-DA3B-4A69-8BCC-2FD8C7A9E797}" dt="2025-12-18T14:38:42.267" v="10" actId="47"/>
        <pc:sldMkLst>
          <pc:docMk/>
          <pc:sldMk cId="3743361909" sldId="2147471263"/>
        </pc:sldMkLst>
      </pc:sldChg>
      <pc:sldChg chg="modSp">
        <pc:chgData name="C, Rahul (Cognizant)" userId="cffd9b70-70bc-47e5-b848-2a2c49929384" providerId="ADAL" clId="{C2936117-DA3B-4A69-8BCC-2FD8C7A9E797}" dt="2025-12-18T14:37:29.804" v="3"/>
        <pc:sldMkLst>
          <pc:docMk/>
          <pc:sldMk cId="878656810" sldId="2147471331"/>
        </pc:sldMkLst>
        <pc:graphicFrameChg chg="mod">
          <ac:chgData name="C, Rahul (Cognizant)" userId="cffd9b70-70bc-47e5-b848-2a2c49929384" providerId="ADAL" clId="{C2936117-DA3B-4A69-8BCC-2FD8C7A9E797}" dt="2025-12-18T14:37:29.804" v="3"/>
          <ac:graphicFrameMkLst>
            <pc:docMk/>
            <pc:sldMk cId="878656810" sldId="2147471331"/>
            <ac:graphicFrameMk id="22" creationId="{27212F61-216B-6EA5-989C-0C7065540473}"/>
          </ac:graphicFrameMkLst>
        </pc:graphicFrameChg>
      </pc:sldChg>
      <pc:sldChg chg="ord">
        <pc:chgData name="C, Rahul (Cognizant)" userId="cffd9b70-70bc-47e5-b848-2a2c49929384" providerId="ADAL" clId="{C2936117-DA3B-4A69-8BCC-2FD8C7A9E797}" dt="2025-12-18T14:38:27.307" v="5"/>
        <pc:sldMkLst>
          <pc:docMk/>
          <pc:sldMk cId="4176951993" sldId="2147471334"/>
        </pc:sldMkLst>
      </pc:sldChg>
      <pc:sldChg chg="ord">
        <pc:chgData name="C, Rahul (Cognizant)" userId="cffd9b70-70bc-47e5-b848-2a2c49929384" providerId="ADAL" clId="{C2936117-DA3B-4A69-8BCC-2FD8C7A9E797}" dt="2025-12-18T14:38:34.586" v="7"/>
        <pc:sldMkLst>
          <pc:docMk/>
          <pc:sldMk cId="981098544" sldId="2147471335"/>
        </pc:sldMkLst>
      </pc:sldChg>
      <pc:sldChg chg="ord">
        <pc:chgData name="C, Rahul (Cognizant)" userId="cffd9b70-70bc-47e5-b848-2a2c49929384" providerId="ADAL" clId="{C2936117-DA3B-4A69-8BCC-2FD8C7A9E797}" dt="2025-12-18T14:38:39.639" v="9"/>
        <pc:sldMkLst>
          <pc:docMk/>
          <pc:sldMk cId="1486221285" sldId="2147471336"/>
        </pc:sldMkLst>
      </pc:sldChg>
      <pc:sldMasterChg chg="delSldLayout">
        <pc:chgData name="C, Rahul (Cognizant)" userId="cffd9b70-70bc-47e5-b848-2a2c49929384" providerId="ADAL" clId="{C2936117-DA3B-4A69-8BCC-2FD8C7A9E797}" dt="2025-12-18T14:38:42.267" v="10" actId="47"/>
        <pc:sldMasterMkLst>
          <pc:docMk/>
          <pc:sldMasterMk cId="2629427212" sldId="2147483648"/>
        </pc:sldMasterMkLst>
        <pc:sldLayoutChg chg="del">
          <pc:chgData name="C, Rahul (Cognizant)" userId="cffd9b70-70bc-47e5-b848-2a2c49929384" providerId="ADAL" clId="{C2936117-DA3B-4A69-8BCC-2FD8C7A9E797}" dt="2025-12-18T14:38:42.267" v="10" actId="47"/>
          <pc:sldLayoutMkLst>
            <pc:docMk/>
            <pc:sldMasterMk cId="2629427212" sldId="2147483648"/>
            <pc:sldLayoutMk cId="697528090" sldId="2147483662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C432F-4815-45BF-A665-39B5ABE046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30C99D-F666-409C-B23F-1B5F75B4A72F}">
      <dgm:prSet/>
      <dgm:spPr/>
      <dgm:t>
        <a:bodyPr/>
        <a:lstStyle/>
        <a:p>
          <a:pPr>
            <a:defRPr cap="all"/>
          </a:pPr>
          <a:r>
            <a:rPr lang="en-US" dirty="0"/>
            <a:t>AI-powered assistant for FSM</a:t>
          </a:r>
        </a:p>
      </dgm:t>
    </dgm:pt>
    <dgm:pt modelId="{F847ACEF-1640-4B5B-BE38-1150BB77C992}" type="parTrans" cxnId="{6C0F369C-107D-4F36-B4FB-AB3CA0F7E467}">
      <dgm:prSet/>
      <dgm:spPr/>
      <dgm:t>
        <a:bodyPr/>
        <a:lstStyle/>
        <a:p>
          <a:endParaRPr lang="en-US"/>
        </a:p>
      </dgm:t>
    </dgm:pt>
    <dgm:pt modelId="{78272801-562D-4030-9449-EF51FA06F66C}" type="sibTrans" cxnId="{6C0F369C-107D-4F36-B4FB-AB3CA0F7E467}">
      <dgm:prSet/>
      <dgm:spPr/>
      <dgm:t>
        <a:bodyPr/>
        <a:lstStyle/>
        <a:p>
          <a:endParaRPr lang="en-US"/>
        </a:p>
      </dgm:t>
    </dgm:pt>
    <dgm:pt modelId="{467200B9-9F5B-4ABE-AC6E-DAF8B0AEF6EE}">
      <dgm:prSet/>
      <dgm:spPr/>
      <dgm:t>
        <a:bodyPr/>
        <a:lstStyle/>
        <a:p>
          <a:pPr>
            <a:defRPr cap="all"/>
          </a:pPr>
          <a:r>
            <a:rPr lang="en-US" dirty="0"/>
            <a:t>Intelligent insights into security profiles</a:t>
          </a:r>
        </a:p>
      </dgm:t>
    </dgm:pt>
    <dgm:pt modelId="{A5F16362-F4BB-4780-91A5-05722B6D0E18}" type="parTrans" cxnId="{B6460A32-6F6C-428A-BA0D-330C5B6B9130}">
      <dgm:prSet/>
      <dgm:spPr/>
      <dgm:t>
        <a:bodyPr/>
        <a:lstStyle/>
        <a:p>
          <a:endParaRPr lang="en-US"/>
        </a:p>
      </dgm:t>
    </dgm:pt>
    <dgm:pt modelId="{A0745B6D-76D9-4425-B198-A74753AAB66E}" type="sibTrans" cxnId="{B6460A32-6F6C-428A-BA0D-330C5B6B9130}">
      <dgm:prSet/>
      <dgm:spPr/>
      <dgm:t>
        <a:bodyPr/>
        <a:lstStyle/>
        <a:p>
          <a:endParaRPr lang="en-US"/>
        </a:p>
      </dgm:t>
    </dgm:pt>
    <dgm:pt modelId="{3A3614C0-87DD-4888-A6E9-1BE8FD8FDB71}">
      <dgm:prSet/>
      <dgm:spPr/>
      <dgm:t>
        <a:bodyPr/>
        <a:lstStyle/>
        <a:p>
          <a:pPr>
            <a:defRPr cap="all"/>
          </a:pPr>
          <a:r>
            <a:rPr lang="en-US" dirty="0"/>
            <a:t>Enhancing accuracy, efficiency, and compliance</a:t>
          </a:r>
        </a:p>
      </dgm:t>
    </dgm:pt>
    <dgm:pt modelId="{1D89EC80-E793-46DB-A19F-FD1DF79467CC}" type="parTrans" cxnId="{5E6A5F80-D604-4E80-9D7A-EAE0921E6B1E}">
      <dgm:prSet/>
      <dgm:spPr/>
      <dgm:t>
        <a:bodyPr/>
        <a:lstStyle/>
        <a:p>
          <a:endParaRPr lang="en-US"/>
        </a:p>
      </dgm:t>
    </dgm:pt>
    <dgm:pt modelId="{96A90143-2A69-4DE5-A5DB-E9ED960F0183}" type="sibTrans" cxnId="{5E6A5F80-D604-4E80-9D7A-EAE0921E6B1E}">
      <dgm:prSet/>
      <dgm:spPr/>
      <dgm:t>
        <a:bodyPr/>
        <a:lstStyle/>
        <a:p>
          <a:endParaRPr lang="en-US"/>
        </a:p>
      </dgm:t>
    </dgm:pt>
    <dgm:pt modelId="{B40FBB2F-5F20-4AE1-864A-47812FA59961}" type="pres">
      <dgm:prSet presAssocID="{3FAC432F-4815-45BF-A665-39B5ABE046C1}" presName="root" presStyleCnt="0">
        <dgm:presLayoutVars>
          <dgm:dir/>
          <dgm:resizeHandles val="exact"/>
        </dgm:presLayoutVars>
      </dgm:prSet>
      <dgm:spPr/>
    </dgm:pt>
    <dgm:pt modelId="{836C2A55-ED90-46AD-BA51-F365A41189C2}" type="pres">
      <dgm:prSet presAssocID="{DB30C99D-F666-409C-B23F-1B5F75B4A72F}" presName="compNode" presStyleCnt="0"/>
      <dgm:spPr/>
    </dgm:pt>
    <dgm:pt modelId="{24530E83-85D6-4708-B3BC-FE79D3B2C102}" type="pres">
      <dgm:prSet presAssocID="{DB30C99D-F666-409C-B23F-1B5F75B4A72F}" presName="iconBgRect" presStyleLbl="bgShp" presStyleIdx="0" presStyleCnt="3" custLinFactNeighborX="454" custLinFactNeighborY="-5900"/>
      <dgm:spPr>
        <a:prstGeom prst="round2DiagRect">
          <a:avLst>
            <a:gd name="adj1" fmla="val 29727"/>
            <a:gd name="adj2" fmla="val 0"/>
          </a:avLst>
        </a:prstGeom>
      </dgm:spPr>
    </dgm:pt>
    <dgm:pt modelId="{3ED55249-E8FE-4895-98AC-447588C45945}" type="pres">
      <dgm:prSet presAssocID="{DB30C99D-F666-409C-B23F-1B5F75B4A7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30F2F8E-7106-4A02-A86F-2226AAAC8723}" type="pres">
      <dgm:prSet presAssocID="{DB30C99D-F666-409C-B23F-1B5F75B4A72F}" presName="spaceRect" presStyleCnt="0"/>
      <dgm:spPr/>
    </dgm:pt>
    <dgm:pt modelId="{43642730-D583-400C-944E-A0EAC436FFAE}" type="pres">
      <dgm:prSet presAssocID="{DB30C99D-F666-409C-B23F-1B5F75B4A72F}" presName="textRect" presStyleLbl="revTx" presStyleIdx="0" presStyleCnt="3">
        <dgm:presLayoutVars>
          <dgm:chMax val="1"/>
          <dgm:chPref val="1"/>
        </dgm:presLayoutVars>
      </dgm:prSet>
      <dgm:spPr/>
    </dgm:pt>
    <dgm:pt modelId="{53B1862B-4AC0-4B39-A56D-306929CE6236}" type="pres">
      <dgm:prSet presAssocID="{78272801-562D-4030-9449-EF51FA06F66C}" presName="sibTrans" presStyleCnt="0"/>
      <dgm:spPr/>
    </dgm:pt>
    <dgm:pt modelId="{3FFF4020-AD9B-4149-AE44-A976EE471ABA}" type="pres">
      <dgm:prSet presAssocID="{467200B9-9F5B-4ABE-AC6E-DAF8B0AEF6EE}" presName="compNode" presStyleCnt="0"/>
      <dgm:spPr/>
    </dgm:pt>
    <dgm:pt modelId="{D9C2EFB5-EA3B-434E-B6B7-E825011E8084}" type="pres">
      <dgm:prSet presAssocID="{467200B9-9F5B-4ABE-AC6E-DAF8B0AEF6E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68F217-1361-4A6B-A433-A2B09EC09A20}" type="pres">
      <dgm:prSet presAssocID="{467200B9-9F5B-4ABE-AC6E-DAF8B0AEF6EE}" presName="iconRect" presStyleLbl="node1" presStyleIdx="1" presStyleCnt="3" custLinFactNeighborX="-1067" custLinFactNeighborY="-1028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120B1E-68F7-4383-AD73-57208898A255}" type="pres">
      <dgm:prSet presAssocID="{467200B9-9F5B-4ABE-AC6E-DAF8B0AEF6EE}" presName="spaceRect" presStyleCnt="0"/>
      <dgm:spPr/>
    </dgm:pt>
    <dgm:pt modelId="{B266EA69-BB4B-4204-B035-18847745CCCF}" type="pres">
      <dgm:prSet presAssocID="{467200B9-9F5B-4ABE-AC6E-DAF8B0AEF6EE}" presName="textRect" presStyleLbl="revTx" presStyleIdx="1" presStyleCnt="3">
        <dgm:presLayoutVars>
          <dgm:chMax val="1"/>
          <dgm:chPref val="1"/>
        </dgm:presLayoutVars>
      </dgm:prSet>
      <dgm:spPr/>
    </dgm:pt>
    <dgm:pt modelId="{CF5E542C-F9D7-44BC-8391-95E650ECC23D}" type="pres">
      <dgm:prSet presAssocID="{A0745B6D-76D9-4425-B198-A74753AAB66E}" presName="sibTrans" presStyleCnt="0"/>
      <dgm:spPr/>
    </dgm:pt>
    <dgm:pt modelId="{59269E6D-5035-4315-A9A4-573E6BE1044E}" type="pres">
      <dgm:prSet presAssocID="{3A3614C0-87DD-4888-A6E9-1BE8FD8FDB71}" presName="compNode" presStyleCnt="0"/>
      <dgm:spPr/>
    </dgm:pt>
    <dgm:pt modelId="{D5CD1185-DB84-4F24-A340-2D142355DAA5}" type="pres">
      <dgm:prSet presAssocID="{3A3614C0-87DD-4888-A6E9-1BE8FD8FDB71}" presName="iconBgRect" presStyleLbl="bgShp" presStyleIdx="2" presStyleCnt="3" custLinFactNeighborX="5565" custLinFactNeighborY="-5900"/>
      <dgm:spPr>
        <a:prstGeom prst="round2DiagRect">
          <a:avLst>
            <a:gd name="adj1" fmla="val 29727"/>
            <a:gd name="adj2" fmla="val 0"/>
          </a:avLst>
        </a:prstGeom>
      </dgm:spPr>
    </dgm:pt>
    <dgm:pt modelId="{32218F57-F92D-4528-9DD1-F3EA7E928950}" type="pres">
      <dgm:prSet presAssocID="{3A3614C0-87DD-4888-A6E9-1BE8FD8FDB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359B493-8C95-4AD4-933E-24B12BC8DB63}" type="pres">
      <dgm:prSet presAssocID="{3A3614C0-87DD-4888-A6E9-1BE8FD8FDB71}" presName="spaceRect" presStyleCnt="0"/>
      <dgm:spPr/>
    </dgm:pt>
    <dgm:pt modelId="{2B0FE632-86F6-4231-9020-5CA1D8B61788}" type="pres">
      <dgm:prSet presAssocID="{3A3614C0-87DD-4888-A6E9-1BE8FD8FDB7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6460A32-6F6C-428A-BA0D-330C5B6B9130}" srcId="{3FAC432F-4815-45BF-A665-39B5ABE046C1}" destId="{467200B9-9F5B-4ABE-AC6E-DAF8B0AEF6EE}" srcOrd="1" destOrd="0" parTransId="{A5F16362-F4BB-4780-91A5-05722B6D0E18}" sibTransId="{A0745B6D-76D9-4425-B198-A74753AAB66E}"/>
    <dgm:cxn modelId="{39FC1D34-773F-463E-B728-E0C999FE9574}" type="presOf" srcId="{467200B9-9F5B-4ABE-AC6E-DAF8B0AEF6EE}" destId="{B266EA69-BB4B-4204-B035-18847745CCCF}" srcOrd="0" destOrd="0" presId="urn:microsoft.com/office/officeart/2018/5/layout/IconLeafLabelList"/>
    <dgm:cxn modelId="{0D74846A-618B-4A03-8CD7-4CD68D398058}" type="presOf" srcId="{DB30C99D-F666-409C-B23F-1B5F75B4A72F}" destId="{43642730-D583-400C-944E-A0EAC436FFAE}" srcOrd="0" destOrd="0" presId="urn:microsoft.com/office/officeart/2018/5/layout/IconLeafLabelList"/>
    <dgm:cxn modelId="{5E6A5F80-D604-4E80-9D7A-EAE0921E6B1E}" srcId="{3FAC432F-4815-45BF-A665-39B5ABE046C1}" destId="{3A3614C0-87DD-4888-A6E9-1BE8FD8FDB71}" srcOrd="2" destOrd="0" parTransId="{1D89EC80-E793-46DB-A19F-FD1DF79467CC}" sibTransId="{96A90143-2A69-4DE5-A5DB-E9ED960F0183}"/>
    <dgm:cxn modelId="{6C0F369C-107D-4F36-B4FB-AB3CA0F7E467}" srcId="{3FAC432F-4815-45BF-A665-39B5ABE046C1}" destId="{DB30C99D-F666-409C-B23F-1B5F75B4A72F}" srcOrd="0" destOrd="0" parTransId="{F847ACEF-1640-4B5B-BE38-1150BB77C992}" sibTransId="{78272801-562D-4030-9449-EF51FA06F66C}"/>
    <dgm:cxn modelId="{F75510B7-56A9-426A-B9D9-E281E490CDC3}" type="presOf" srcId="{3A3614C0-87DD-4888-A6E9-1BE8FD8FDB71}" destId="{2B0FE632-86F6-4231-9020-5CA1D8B61788}" srcOrd="0" destOrd="0" presId="urn:microsoft.com/office/officeart/2018/5/layout/IconLeafLabelList"/>
    <dgm:cxn modelId="{2707FEEA-AE9B-4EDC-BAD8-36AF0D4064EA}" type="presOf" srcId="{3FAC432F-4815-45BF-A665-39B5ABE046C1}" destId="{B40FBB2F-5F20-4AE1-864A-47812FA59961}" srcOrd="0" destOrd="0" presId="urn:microsoft.com/office/officeart/2018/5/layout/IconLeafLabelList"/>
    <dgm:cxn modelId="{518BD268-0A3E-4F86-B47D-6B86C2D9E54B}" type="presParOf" srcId="{B40FBB2F-5F20-4AE1-864A-47812FA59961}" destId="{836C2A55-ED90-46AD-BA51-F365A41189C2}" srcOrd="0" destOrd="0" presId="urn:microsoft.com/office/officeart/2018/5/layout/IconLeafLabelList"/>
    <dgm:cxn modelId="{1508E02E-FEB7-4727-91C9-843873E1192C}" type="presParOf" srcId="{836C2A55-ED90-46AD-BA51-F365A41189C2}" destId="{24530E83-85D6-4708-B3BC-FE79D3B2C102}" srcOrd="0" destOrd="0" presId="urn:microsoft.com/office/officeart/2018/5/layout/IconLeafLabelList"/>
    <dgm:cxn modelId="{A8C72FD3-C725-4747-AD03-230C66F73021}" type="presParOf" srcId="{836C2A55-ED90-46AD-BA51-F365A41189C2}" destId="{3ED55249-E8FE-4895-98AC-447588C45945}" srcOrd="1" destOrd="0" presId="urn:microsoft.com/office/officeart/2018/5/layout/IconLeafLabelList"/>
    <dgm:cxn modelId="{3BD43439-7AF8-4197-9A36-CF0BAC660CBC}" type="presParOf" srcId="{836C2A55-ED90-46AD-BA51-F365A41189C2}" destId="{B30F2F8E-7106-4A02-A86F-2226AAAC8723}" srcOrd="2" destOrd="0" presId="urn:microsoft.com/office/officeart/2018/5/layout/IconLeafLabelList"/>
    <dgm:cxn modelId="{5B9AEFDC-7318-4B41-91D9-8CAE1CB7B1A4}" type="presParOf" srcId="{836C2A55-ED90-46AD-BA51-F365A41189C2}" destId="{43642730-D583-400C-944E-A0EAC436FFAE}" srcOrd="3" destOrd="0" presId="urn:microsoft.com/office/officeart/2018/5/layout/IconLeafLabelList"/>
    <dgm:cxn modelId="{B26F4F19-63A6-4B11-A953-A550B1B137C8}" type="presParOf" srcId="{B40FBB2F-5F20-4AE1-864A-47812FA59961}" destId="{53B1862B-4AC0-4B39-A56D-306929CE6236}" srcOrd="1" destOrd="0" presId="urn:microsoft.com/office/officeart/2018/5/layout/IconLeafLabelList"/>
    <dgm:cxn modelId="{941C8745-3E94-46C4-ADF6-FF6EF12DA8BB}" type="presParOf" srcId="{B40FBB2F-5F20-4AE1-864A-47812FA59961}" destId="{3FFF4020-AD9B-4149-AE44-A976EE471ABA}" srcOrd="2" destOrd="0" presId="urn:microsoft.com/office/officeart/2018/5/layout/IconLeafLabelList"/>
    <dgm:cxn modelId="{1F5C5A92-D97C-4EB2-9C6F-3600CE9BDF14}" type="presParOf" srcId="{3FFF4020-AD9B-4149-AE44-A976EE471ABA}" destId="{D9C2EFB5-EA3B-434E-B6B7-E825011E8084}" srcOrd="0" destOrd="0" presId="urn:microsoft.com/office/officeart/2018/5/layout/IconLeafLabelList"/>
    <dgm:cxn modelId="{26E0ADAE-6883-43D5-9145-5FBC77D0B68C}" type="presParOf" srcId="{3FFF4020-AD9B-4149-AE44-A976EE471ABA}" destId="{2168F217-1361-4A6B-A433-A2B09EC09A20}" srcOrd="1" destOrd="0" presId="urn:microsoft.com/office/officeart/2018/5/layout/IconLeafLabelList"/>
    <dgm:cxn modelId="{3F44A9A4-96F8-417F-BA61-EDD3DBA93FB7}" type="presParOf" srcId="{3FFF4020-AD9B-4149-AE44-A976EE471ABA}" destId="{CB120B1E-68F7-4383-AD73-57208898A255}" srcOrd="2" destOrd="0" presId="urn:microsoft.com/office/officeart/2018/5/layout/IconLeafLabelList"/>
    <dgm:cxn modelId="{7D66F1F3-7081-4F39-8E3D-4E64AFC5BFDB}" type="presParOf" srcId="{3FFF4020-AD9B-4149-AE44-A976EE471ABA}" destId="{B266EA69-BB4B-4204-B035-18847745CCCF}" srcOrd="3" destOrd="0" presId="urn:microsoft.com/office/officeart/2018/5/layout/IconLeafLabelList"/>
    <dgm:cxn modelId="{2F5AAA2F-9814-4FD7-A057-BF3D2D9CDC8A}" type="presParOf" srcId="{B40FBB2F-5F20-4AE1-864A-47812FA59961}" destId="{CF5E542C-F9D7-44BC-8391-95E650ECC23D}" srcOrd="3" destOrd="0" presId="urn:microsoft.com/office/officeart/2018/5/layout/IconLeafLabelList"/>
    <dgm:cxn modelId="{7FC5D10B-C2BE-47C6-86D2-601C91C6B58B}" type="presParOf" srcId="{B40FBB2F-5F20-4AE1-864A-47812FA59961}" destId="{59269E6D-5035-4315-A9A4-573E6BE1044E}" srcOrd="4" destOrd="0" presId="urn:microsoft.com/office/officeart/2018/5/layout/IconLeafLabelList"/>
    <dgm:cxn modelId="{FB07E29B-BC4D-4D14-AB37-8B4A237F2EFB}" type="presParOf" srcId="{59269E6D-5035-4315-A9A4-573E6BE1044E}" destId="{D5CD1185-DB84-4F24-A340-2D142355DAA5}" srcOrd="0" destOrd="0" presId="urn:microsoft.com/office/officeart/2018/5/layout/IconLeafLabelList"/>
    <dgm:cxn modelId="{8A17AB6B-5757-4F57-A08E-9A6EC1987BD1}" type="presParOf" srcId="{59269E6D-5035-4315-A9A4-573E6BE1044E}" destId="{32218F57-F92D-4528-9DD1-F3EA7E928950}" srcOrd="1" destOrd="0" presId="urn:microsoft.com/office/officeart/2018/5/layout/IconLeafLabelList"/>
    <dgm:cxn modelId="{B89A625E-F679-4876-98A0-7477AA4B6FB7}" type="presParOf" srcId="{59269E6D-5035-4315-A9A4-573E6BE1044E}" destId="{B359B493-8C95-4AD4-933E-24B12BC8DB63}" srcOrd="2" destOrd="0" presId="urn:microsoft.com/office/officeart/2018/5/layout/IconLeafLabelList"/>
    <dgm:cxn modelId="{C42BD37B-9836-4CE0-BFF8-F965FE413CC9}" type="presParOf" srcId="{59269E6D-5035-4315-A9A4-573E6BE1044E}" destId="{2B0FE632-86F6-4231-9020-5CA1D8B6178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97E23E-9204-4BB2-A71B-95F24E4F24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9DCE1FA-1BAB-40C5-B7E1-096586AAF2EB}">
      <dgm:prSet/>
      <dgm:spPr/>
      <dgm:t>
        <a:bodyPr/>
        <a:lstStyle/>
        <a:p>
          <a:r>
            <a:rPr lang="en-IN" dirty="0"/>
            <a:t>FSM manages </a:t>
          </a:r>
          <a:r>
            <a:rPr lang="en-IN" b="1" dirty="0"/>
            <a:t>Facets Security Profile Configurations</a:t>
          </a:r>
          <a:r>
            <a:rPr lang="en-IN" dirty="0"/>
            <a:t> at domain–action–entity level</a:t>
          </a:r>
          <a:endParaRPr lang="en-US" dirty="0"/>
        </a:p>
      </dgm:t>
    </dgm:pt>
    <dgm:pt modelId="{430134D2-B842-4E01-A04C-BC49BBEF3364}" type="parTrans" cxnId="{98EE6DCE-749D-4D3F-9DD0-12AD54E8285B}">
      <dgm:prSet/>
      <dgm:spPr/>
      <dgm:t>
        <a:bodyPr/>
        <a:lstStyle/>
        <a:p>
          <a:endParaRPr lang="en-US"/>
        </a:p>
      </dgm:t>
    </dgm:pt>
    <dgm:pt modelId="{B624B4A0-18E9-4F10-900C-E30401B7D2FD}" type="sibTrans" cxnId="{98EE6DCE-749D-4D3F-9DD0-12AD54E8285B}">
      <dgm:prSet/>
      <dgm:spPr/>
      <dgm:t>
        <a:bodyPr/>
        <a:lstStyle/>
        <a:p>
          <a:endParaRPr lang="en-US"/>
        </a:p>
      </dgm:t>
    </dgm:pt>
    <dgm:pt modelId="{F45743A5-CC2B-4CA8-B578-7A664A2E2E39}">
      <dgm:prSet/>
      <dgm:spPr/>
      <dgm:t>
        <a:bodyPr/>
        <a:lstStyle/>
        <a:p>
          <a:r>
            <a:rPr lang="en-IN" dirty="0"/>
            <a:t>Users often struggle to interpret and validate profiles</a:t>
          </a:r>
          <a:endParaRPr lang="en-US" dirty="0"/>
        </a:p>
      </dgm:t>
    </dgm:pt>
    <dgm:pt modelId="{69C1CB38-E808-4D95-9093-59D547555930}" type="parTrans" cxnId="{93AA801E-27E8-4C97-82E0-C9FD169CE5E4}">
      <dgm:prSet/>
      <dgm:spPr/>
      <dgm:t>
        <a:bodyPr/>
        <a:lstStyle/>
        <a:p>
          <a:endParaRPr lang="en-US"/>
        </a:p>
      </dgm:t>
    </dgm:pt>
    <dgm:pt modelId="{29CC0D47-2C19-4740-9A16-FB914D297CB8}" type="sibTrans" cxnId="{93AA801E-27E8-4C97-82E0-C9FD169CE5E4}">
      <dgm:prSet/>
      <dgm:spPr/>
      <dgm:t>
        <a:bodyPr/>
        <a:lstStyle/>
        <a:p>
          <a:endParaRPr lang="en-US"/>
        </a:p>
      </dgm:t>
    </dgm:pt>
    <dgm:pt modelId="{99DFFFFA-FCF9-48AB-90EC-4F34EF66E91F}">
      <dgm:prSet/>
      <dgm:spPr/>
      <dgm:t>
        <a:bodyPr/>
        <a:lstStyle/>
        <a:p>
          <a:r>
            <a:rPr lang="en-IN" b="1" dirty="0"/>
            <a:t>Explainer</a:t>
          </a:r>
          <a:r>
            <a:rPr lang="en-IN" dirty="0"/>
            <a:t>: AI + rule-based + embeddings → conversational insights</a:t>
          </a:r>
          <a:endParaRPr lang="en-US" dirty="0"/>
        </a:p>
      </dgm:t>
    </dgm:pt>
    <dgm:pt modelId="{592CFCD2-0802-43DC-B2C6-176B8E080F6E}" type="parTrans" cxnId="{C2D9A2E6-D884-4D53-B868-7442EE054A51}">
      <dgm:prSet/>
      <dgm:spPr/>
      <dgm:t>
        <a:bodyPr/>
        <a:lstStyle/>
        <a:p>
          <a:endParaRPr lang="en-US"/>
        </a:p>
      </dgm:t>
    </dgm:pt>
    <dgm:pt modelId="{E3C2AE40-45B1-438E-90F3-6E0E56D1F830}" type="sibTrans" cxnId="{C2D9A2E6-D884-4D53-B868-7442EE054A51}">
      <dgm:prSet/>
      <dgm:spPr/>
      <dgm:t>
        <a:bodyPr/>
        <a:lstStyle/>
        <a:p>
          <a:endParaRPr lang="en-US"/>
        </a:p>
      </dgm:t>
    </dgm:pt>
    <dgm:pt modelId="{DC08263C-9483-4198-841E-8371503D04E2}">
      <dgm:prSet/>
      <dgm:spPr/>
      <dgm:t>
        <a:bodyPr/>
        <a:lstStyle/>
        <a:p>
          <a:r>
            <a:rPr lang="en-IN" dirty="0"/>
            <a:t>Benefits:</a:t>
          </a:r>
          <a:endParaRPr lang="en-US" dirty="0"/>
        </a:p>
      </dgm:t>
    </dgm:pt>
    <dgm:pt modelId="{96921ADC-0D53-4C02-AE63-1E91A90E9EAC}" type="parTrans" cxnId="{DB9A57E9-8037-4A4B-8D83-03471657F534}">
      <dgm:prSet/>
      <dgm:spPr/>
      <dgm:t>
        <a:bodyPr/>
        <a:lstStyle/>
        <a:p>
          <a:endParaRPr lang="en-US"/>
        </a:p>
      </dgm:t>
    </dgm:pt>
    <dgm:pt modelId="{A1A4AB95-2970-45C1-B5A6-B2D698AE93DB}" type="sibTrans" cxnId="{DB9A57E9-8037-4A4B-8D83-03471657F534}">
      <dgm:prSet/>
      <dgm:spPr/>
      <dgm:t>
        <a:bodyPr/>
        <a:lstStyle/>
        <a:p>
          <a:endParaRPr lang="en-US"/>
        </a:p>
      </dgm:t>
    </dgm:pt>
    <dgm:pt modelId="{CE96F0C7-D89D-4A9F-9F73-361BDA36E59A}">
      <dgm:prSet/>
      <dgm:spPr/>
      <dgm:t>
        <a:bodyPr/>
        <a:lstStyle/>
        <a:p>
          <a:r>
            <a:rPr lang="en-IN" dirty="0"/>
            <a:t>Reduced manual effort</a:t>
          </a:r>
          <a:endParaRPr lang="en-US" dirty="0"/>
        </a:p>
      </dgm:t>
    </dgm:pt>
    <dgm:pt modelId="{FA8F1EA0-F75D-40E4-BFBD-FCBD5FDBE131}" type="parTrans" cxnId="{DAAC8771-FA5A-4281-A71F-84E022CC2B6A}">
      <dgm:prSet/>
      <dgm:spPr/>
      <dgm:t>
        <a:bodyPr/>
        <a:lstStyle/>
        <a:p>
          <a:endParaRPr lang="en-US"/>
        </a:p>
      </dgm:t>
    </dgm:pt>
    <dgm:pt modelId="{A852F6D0-9C35-4E2A-A722-841FF912E6B9}" type="sibTrans" cxnId="{DAAC8771-FA5A-4281-A71F-84E022CC2B6A}">
      <dgm:prSet/>
      <dgm:spPr/>
      <dgm:t>
        <a:bodyPr/>
        <a:lstStyle/>
        <a:p>
          <a:endParaRPr lang="en-US"/>
        </a:p>
      </dgm:t>
    </dgm:pt>
    <dgm:pt modelId="{8C0A9C54-7DF2-4ED0-A988-BC3354897B4B}">
      <dgm:prSet/>
      <dgm:spPr/>
      <dgm:t>
        <a:bodyPr/>
        <a:lstStyle/>
        <a:p>
          <a:r>
            <a:rPr lang="en-IN" dirty="0"/>
            <a:t>Improved accuracy</a:t>
          </a:r>
          <a:endParaRPr lang="en-US" dirty="0"/>
        </a:p>
      </dgm:t>
    </dgm:pt>
    <dgm:pt modelId="{B2A25E11-C1B1-46E5-B6FF-8437C842352C}" type="parTrans" cxnId="{888247A2-CAAD-4637-8C21-523F4AEB4D17}">
      <dgm:prSet/>
      <dgm:spPr/>
      <dgm:t>
        <a:bodyPr/>
        <a:lstStyle/>
        <a:p>
          <a:endParaRPr lang="en-US"/>
        </a:p>
      </dgm:t>
    </dgm:pt>
    <dgm:pt modelId="{DFFC9F9E-6801-4301-8538-B160D925368A}" type="sibTrans" cxnId="{888247A2-CAAD-4637-8C21-523F4AEB4D17}">
      <dgm:prSet/>
      <dgm:spPr/>
      <dgm:t>
        <a:bodyPr/>
        <a:lstStyle/>
        <a:p>
          <a:endParaRPr lang="en-US"/>
        </a:p>
      </dgm:t>
    </dgm:pt>
    <dgm:pt modelId="{A2186D45-9376-490E-A1C9-A1550AD396B9}">
      <dgm:prSet/>
      <dgm:spPr/>
      <dgm:t>
        <a:bodyPr/>
        <a:lstStyle/>
        <a:p>
          <a:r>
            <a:rPr lang="en-IN" dirty="0"/>
            <a:t>Enhanced user experience</a:t>
          </a:r>
          <a:endParaRPr lang="en-US" dirty="0"/>
        </a:p>
      </dgm:t>
    </dgm:pt>
    <dgm:pt modelId="{6C72B1B7-C1E9-49EF-95D8-06D1C9AFD40D}" type="parTrans" cxnId="{0806B2B8-5CA8-400B-8860-53A48C3F94B1}">
      <dgm:prSet/>
      <dgm:spPr/>
      <dgm:t>
        <a:bodyPr/>
        <a:lstStyle/>
        <a:p>
          <a:endParaRPr lang="en-US"/>
        </a:p>
      </dgm:t>
    </dgm:pt>
    <dgm:pt modelId="{694624C3-C761-49CF-8110-A3CD4DEBDE28}" type="sibTrans" cxnId="{0806B2B8-5CA8-400B-8860-53A48C3F94B1}">
      <dgm:prSet/>
      <dgm:spPr/>
      <dgm:t>
        <a:bodyPr/>
        <a:lstStyle/>
        <a:p>
          <a:endParaRPr lang="en-US"/>
        </a:p>
      </dgm:t>
    </dgm:pt>
    <dgm:pt modelId="{4803A25E-A391-420D-9AEE-C852DF403265}" type="pres">
      <dgm:prSet presAssocID="{CA97E23E-9204-4BB2-A71B-95F24E4F242F}" presName="root" presStyleCnt="0">
        <dgm:presLayoutVars>
          <dgm:dir/>
          <dgm:resizeHandles val="exact"/>
        </dgm:presLayoutVars>
      </dgm:prSet>
      <dgm:spPr/>
    </dgm:pt>
    <dgm:pt modelId="{96447A7F-2234-425E-9320-4B4EF323388A}" type="pres">
      <dgm:prSet presAssocID="{89DCE1FA-1BAB-40C5-B7E1-096586AAF2EB}" presName="compNode" presStyleCnt="0"/>
      <dgm:spPr/>
    </dgm:pt>
    <dgm:pt modelId="{7104EB16-EC79-4C95-BBFE-D871B0A69F78}" type="pres">
      <dgm:prSet presAssocID="{89DCE1FA-1BAB-40C5-B7E1-096586AAF2EB}" presName="bgRect" presStyleLbl="bgShp" presStyleIdx="0" presStyleCnt="4"/>
      <dgm:spPr/>
    </dgm:pt>
    <dgm:pt modelId="{7191DD7F-99F7-486E-9F95-11C096FB00E8}" type="pres">
      <dgm:prSet presAssocID="{89DCE1FA-1BAB-40C5-B7E1-096586AAF2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8B80912-B14A-438B-B280-F0D8B2DFE896}" type="pres">
      <dgm:prSet presAssocID="{89DCE1FA-1BAB-40C5-B7E1-096586AAF2EB}" presName="spaceRect" presStyleCnt="0"/>
      <dgm:spPr/>
    </dgm:pt>
    <dgm:pt modelId="{78A63159-F406-43A1-AC4B-7E04818944C7}" type="pres">
      <dgm:prSet presAssocID="{89DCE1FA-1BAB-40C5-B7E1-096586AAF2EB}" presName="parTx" presStyleLbl="revTx" presStyleIdx="0" presStyleCnt="5">
        <dgm:presLayoutVars>
          <dgm:chMax val="0"/>
          <dgm:chPref val="0"/>
        </dgm:presLayoutVars>
      </dgm:prSet>
      <dgm:spPr/>
    </dgm:pt>
    <dgm:pt modelId="{BDE025D6-0FE0-4253-9D8A-7BED48296DBA}" type="pres">
      <dgm:prSet presAssocID="{B624B4A0-18E9-4F10-900C-E30401B7D2FD}" presName="sibTrans" presStyleCnt="0"/>
      <dgm:spPr/>
    </dgm:pt>
    <dgm:pt modelId="{21596C24-D75B-496C-AC9D-2486942E82FE}" type="pres">
      <dgm:prSet presAssocID="{F45743A5-CC2B-4CA8-B578-7A664A2E2E39}" presName="compNode" presStyleCnt="0"/>
      <dgm:spPr/>
    </dgm:pt>
    <dgm:pt modelId="{15499D3F-AA5B-4C89-BF46-A018CF5DBA9E}" type="pres">
      <dgm:prSet presAssocID="{F45743A5-CC2B-4CA8-B578-7A664A2E2E39}" presName="bgRect" presStyleLbl="bgShp" presStyleIdx="1" presStyleCnt="4"/>
      <dgm:spPr/>
    </dgm:pt>
    <dgm:pt modelId="{572A09C4-BDA3-4B1E-B4F8-6937390BBAF8}" type="pres">
      <dgm:prSet presAssocID="{F45743A5-CC2B-4CA8-B578-7A664A2E2E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E864D4F-CEEB-410D-8D83-20BC2756705E}" type="pres">
      <dgm:prSet presAssocID="{F45743A5-CC2B-4CA8-B578-7A664A2E2E39}" presName="spaceRect" presStyleCnt="0"/>
      <dgm:spPr/>
    </dgm:pt>
    <dgm:pt modelId="{D89E91E6-008F-4641-A6C0-21408191FE12}" type="pres">
      <dgm:prSet presAssocID="{F45743A5-CC2B-4CA8-B578-7A664A2E2E39}" presName="parTx" presStyleLbl="revTx" presStyleIdx="1" presStyleCnt="5">
        <dgm:presLayoutVars>
          <dgm:chMax val="0"/>
          <dgm:chPref val="0"/>
        </dgm:presLayoutVars>
      </dgm:prSet>
      <dgm:spPr/>
    </dgm:pt>
    <dgm:pt modelId="{2D7A60E9-1730-441A-9F91-544181264E5C}" type="pres">
      <dgm:prSet presAssocID="{29CC0D47-2C19-4740-9A16-FB914D297CB8}" presName="sibTrans" presStyleCnt="0"/>
      <dgm:spPr/>
    </dgm:pt>
    <dgm:pt modelId="{4EE9EFA2-DD5A-42B0-9465-85D8756C6EAC}" type="pres">
      <dgm:prSet presAssocID="{99DFFFFA-FCF9-48AB-90EC-4F34EF66E91F}" presName="compNode" presStyleCnt="0"/>
      <dgm:spPr/>
    </dgm:pt>
    <dgm:pt modelId="{46F3E1C5-1D12-4DF8-AD70-B29A1A0ECA93}" type="pres">
      <dgm:prSet presAssocID="{99DFFFFA-FCF9-48AB-90EC-4F34EF66E91F}" presName="bgRect" presStyleLbl="bgShp" presStyleIdx="2" presStyleCnt="4"/>
      <dgm:spPr/>
    </dgm:pt>
    <dgm:pt modelId="{B6E0B413-1625-42A2-8497-844EAB23E323}" type="pres">
      <dgm:prSet presAssocID="{99DFFFFA-FCF9-48AB-90EC-4F34EF66E9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CC76837-E91E-444F-9ACB-C2F6125630B3}" type="pres">
      <dgm:prSet presAssocID="{99DFFFFA-FCF9-48AB-90EC-4F34EF66E91F}" presName="spaceRect" presStyleCnt="0"/>
      <dgm:spPr/>
    </dgm:pt>
    <dgm:pt modelId="{7C8D39B7-205B-4BFF-A8BF-87B5FE51D576}" type="pres">
      <dgm:prSet presAssocID="{99DFFFFA-FCF9-48AB-90EC-4F34EF66E91F}" presName="parTx" presStyleLbl="revTx" presStyleIdx="2" presStyleCnt="5">
        <dgm:presLayoutVars>
          <dgm:chMax val="0"/>
          <dgm:chPref val="0"/>
        </dgm:presLayoutVars>
      </dgm:prSet>
      <dgm:spPr/>
    </dgm:pt>
    <dgm:pt modelId="{0F611052-41A7-46AC-80AC-B7D8C8951CBB}" type="pres">
      <dgm:prSet presAssocID="{E3C2AE40-45B1-438E-90F3-6E0E56D1F830}" presName="sibTrans" presStyleCnt="0"/>
      <dgm:spPr/>
    </dgm:pt>
    <dgm:pt modelId="{22AB36B0-E907-488B-8ED9-FFC31F530BD3}" type="pres">
      <dgm:prSet presAssocID="{DC08263C-9483-4198-841E-8371503D04E2}" presName="compNode" presStyleCnt="0"/>
      <dgm:spPr/>
    </dgm:pt>
    <dgm:pt modelId="{2B8D77C0-DDC3-40B8-8C55-7CB0636875E8}" type="pres">
      <dgm:prSet presAssocID="{DC08263C-9483-4198-841E-8371503D04E2}" presName="bgRect" presStyleLbl="bgShp" presStyleIdx="3" presStyleCnt="4"/>
      <dgm:spPr/>
    </dgm:pt>
    <dgm:pt modelId="{1320FD52-03C9-496E-8D86-19833009CF27}" type="pres">
      <dgm:prSet presAssocID="{DC08263C-9483-4198-841E-8371503D04E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B7767F7-8735-4007-904F-4A2E44AFDD7A}" type="pres">
      <dgm:prSet presAssocID="{DC08263C-9483-4198-841E-8371503D04E2}" presName="spaceRect" presStyleCnt="0"/>
      <dgm:spPr/>
    </dgm:pt>
    <dgm:pt modelId="{F65E1F9A-897A-40B4-9A59-4856DACE3202}" type="pres">
      <dgm:prSet presAssocID="{DC08263C-9483-4198-841E-8371503D04E2}" presName="parTx" presStyleLbl="revTx" presStyleIdx="3" presStyleCnt="5">
        <dgm:presLayoutVars>
          <dgm:chMax val="0"/>
          <dgm:chPref val="0"/>
        </dgm:presLayoutVars>
      </dgm:prSet>
      <dgm:spPr/>
    </dgm:pt>
    <dgm:pt modelId="{0FB00989-0380-459F-98FB-C18DED1FE9F0}" type="pres">
      <dgm:prSet presAssocID="{DC08263C-9483-4198-841E-8371503D04E2}" presName="desTx" presStyleLbl="revTx" presStyleIdx="4" presStyleCnt="5">
        <dgm:presLayoutVars/>
      </dgm:prSet>
      <dgm:spPr/>
    </dgm:pt>
  </dgm:ptLst>
  <dgm:cxnLst>
    <dgm:cxn modelId="{31862B01-146A-4FC1-ADA0-58299A4678DF}" type="presOf" srcId="{89DCE1FA-1BAB-40C5-B7E1-096586AAF2EB}" destId="{78A63159-F406-43A1-AC4B-7E04818944C7}" srcOrd="0" destOrd="0" presId="urn:microsoft.com/office/officeart/2018/2/layout/IconVerticalSolidList"/>
    <dgm:cxn modelId="{93AA801E-27E8-4C97-82E0-C9FD169CE5E4}" srcId="{CA97E23E-9204-4BB2-A71B-95F24E4F242F}" destId="{F45743A5-CC2B-4CA8-B578-7A664A2E2E39}" srcOrd="1" destOrd="0" parTransId="{69C1CB38-E808-4D95-9093-59D547555930}" sibTransId="{29CC0D47-2C19-4740-9A16-FB914D297CB8}"/>
    <dgm:cxn modelId="{1D8B9D32-105D-4D7A-B467-115E33B37F21}" type="presOf" srcId="{F45743A5-CC2B-4CA8-B578-7A664A2E2E39}" destId="{D89E91E6-008F-4641-A6C0-21408191FE12}" srcOrd="0" destOrd="0" presId="urn:microsoft.com/office/officeart/2018/2/layout/IconVerticalSolidList"/>
    <dgm:cxn modelId="{FF46D632-4838-4A96-BAAE-A05F5F9283F0}" type="presOf" srcId="{A2186D45-9376-490E-A1C9-A1550AD396B9}" destId="{0FB00989-0380-459F-98FB-C18DED1FE9F0}" srcOrd="0" destOrd="2" presId="urn:microsoft.com/office/officeart/2018/2/layout/IconVerticalSolidList"/>
    <dgm:cxn modelId="{C265204B-1249-45D9-93DC-7D5826920285}" type="presOf" srcId="{DC08263C-9483-4198-841E-8371503D04E2}" destId="{F65E1F9A-897A-40B4-9A59-4856DACE3202}" srcOrd="0" destOrd="0" presId="urn:microsoft.com/office/officeart/2018/2/layout/IconVerticalSolidList"/>
    <dgm:cxn modelId="{DAAC8771-FA5A-4281-A71F-84E022CC2B6A}" srcId="{DC08263C-9483-4198-841E-8371503D04E2}" destId="{CE96F0C7-D89D-4A9F-9F73-361BDA36E59A}" srcOrd="0" destOrd="0" parTransId="{FA8F1EA0-F75D-40E4-BFBD-FCBD5FDBE131}" sibTransId="{A852F6D0-9C35-4E2A-A722-841FF912E6B9}"/>
    <dgm:cxn modelId="{9CFF3274-646C-426F-B223-D7C4E20879C6}" type="presOf" srcId="{99DFFFFA-FCF9-48AB-90EC-4F34EF66E91F}" destId="{7C8D39B7-205B-4BFF-A8BF-87B5FE51D576}" srcOrd="0" destOrd="0" presId="urn:microsoft.com/office/officeart/2018/2/layout/IconVerticalSolidList"/>
    <dgm:cxn modelId="{888247A2-CAAD-4637-8C21-523F4AEB4D17}" srcId="{DC08263C-9483-4198-841E-8371503D04E2}" destId="{8C0A9C54-7DF2-4ED0-A988-BC3354897B4B}" srcOrd="1" destOrd="0" parTransId="{B2A25E11-C1B1-46E5-B6FF-8437C842352C}" sibTransId="{DFFC9F9E-6801-4301-8538-B160D925368A}"/>
    <dgm:cxn modelId="{B74866AE-B57D-44DA-A38A-2B7163C3F28A}" type="presOf" srcId="{8C0A9C54-7DF2-4ED0-A988-BC3354897B4B}" destId="{0FB00989-0380-459F-98FB-C18DED1FE9F0}" srcOrd="0" destOrd="1" presId="urn:microsoft.com/office/officeart/2018/2/layout/IconVerticalSolidList"/>
    <dgm:cxn modelId="{0806B2B8-5CA8-400B-8860-53A48C3F94B1}" srcId="{DC08263C-9483-4198-841E-8371503D04E2}" destId="{A2186D45-9376-490E-A1C9-A1550AD396B9}" srcOrd="2" destOrd="0" parTransId="{6C72B1B7-C1E9-49EF-95D8-06D1C9AFD40D}" sibTransId="{694624C3-C761-49CF-8110-A3CD4DEBDE28}"/>
    <dgm:cxn modelId="{98EE6DCE-749D-4D3F-9DD0-12AD54E8285B}" srcId="{CA97E23E-9204-4BB2-A71B-95F24E4F242F}" destId="{89DCE1FA-1BAB-40C5-B7E1-096586AAF2EB}" srcOrd="0" destOrd="0" parTransId="{430134D2-B842-4E01-A04C-BC49BBEF3364}" sibTransId="{B624B4A0-18E9-4F10-900C-E30401B7D2FD}"/>
    <dgm:cxn modelId="{8591F1CF-C1D1-4FAE-ABA6-11F6844CA819}" type="presOf" srcId="{CA97E23E-9204-4BB2-A71B-95F24E4F242F}" destId="{4803A25E-A391-420D-9AEE-C852DF403265}" srcOrd="0" destOrd="0" presId="urn:microsoft.com/office/officeart/2018/2/layout/IconVerticalSolidList"/>
    <dgm:cxn modelId="{C2D9A2E6-D884-4D53-B868-7442EE054A51}" srcId="{CA97E23E-9204-4BB2-A71B-95F24E4F242F}" destId="{99DFFFFA-FCF9-48AB-90EC-4F34EF66E91F}" srcOrd="2" destOrd="0" parTransId="{592CFCD2-0802-43DC-B2C6-176B8E080F6E}" sibTransId="{E3C2AE40-45B1-438E-90F3-6E0E56D1F830}"/>
    <dgm:cxn modelId="{DB9A57E9-8037-4A4B-8D83-03471657F534}" srcId="{CA97E23E-9204-4BB2-A71B-95F24E4F242F}" destId="{DC08263C-9483-4198-841E-8371503D04E2}" srcOrd="3" destOrd="0" parTransId="{96921ADC-0D53-4C02-AE63-1E91A90E9EAC}" sibTransId="{A1A4AB95-2970-45C1-B5A6-B2D698AE93DB}"/>
    <dgm:cxn modelId="{61DE42EA-BFEE-4DC1-9759-5571006E3413}" type="presOf" srcId="{CE96F0C7-D89D-4A9F-9F73-361BDA36E59A}" destId="{0FB00989-0380-459F-98FB-C18DED1FE9F0}" srcOrd="0" destOrd="0" presId="urn:microsoft.com/office/officeart/2018/2/layout/IconVerticalSolidList"/>
    <dgm:cxn modelId="{380CBEF0-62A0-44F2-9488-2AA937ADD585}" type="presParOf" srcId="{4803A25E-A391-420D-9AEE-C852DF403265}" destId="{96447A7F-2234-425E-9320-4B4EF323388A}" srcOrd="0" destOrd="0" presId="urn:microsoft.com/office/officeart/2018/2/layout/IconVerticalSolidList"/>
    <dgm:cxn modelId="{A3C41BC7-C786-4F1E-8EEF-A32C366AE110}" type="presParOf" srcId="{96447A7F-2234-425E-9320-4B4EF323388A}" destId="{7104EB16-EC79-4C95-BBFE-D871B0A69F78}" srcOrd="0" destOrd="0" presId="urn:microsoft.com/office/officeart/2018/2/layout/IconVerticalSolidList"/>
    <dgm:cxn modelId="{107DB668-3B3F-451C-B076-B092DE4F7204}" type="presParOf" srcId="{96447A7F-2234-425E-9320-4B4EF323388A}" destId="{7191DD7F-99F7-486E-9F95-11C096FB00E8}" srcOrd="1" destOrd="0" presId="urn:microsoft.com/office/officeart/2018/2/layout/IconVerticalSolidList"/>
    <dgm:cxn modelId="{90A777C5-D996-449A-BA11-AED3564CEA60}" type="presParOf" srcId="{96447A7F-2234-425E-9320-4B4EF323388A}" destId="{68B80912-B14A-438B-B280-F0D8B2DFE896}" srcOrd="2" destOrd="0" presId="urn:microsoft.com/office/officeart/2018/2/layout/IconVerticalSolidList"/>
    <dgm:cxn modelId="{E1474044-D22B-4748-8E19-F059942E14F4}" type="presParOf" srcId="{96447A7F-2234-425E-9320-4B4EF323388A}" destId="{78A63159-F406-43A1-AC4B-7E04818944C7}" srcOrd="3" destOrd="0" presId="urn:microsoft.com/office/officeart/2018/2/layout/IconVerticalSolidList"/>
    <dgm:cxn modelId="{95137ADC-64E8-489E-B7B9-7A7E12C7303C}" type="presParOf" srcId="{4803A25E-A391-420D-9AEE-C852DF403265}" destId="{BDE025D6-0FE0-4253-9D8A-7BED48296DBA}" srcOrd="1" destOrd="0" presId="urn:microsoft.com/office/officeart/2018/2/layout/IconVerticalSolidList"/>
    <dgm:cxn modelId="{3003ED13-42AE-481D-A858-8196987D8A92}" type="presParOf" srcId="{4803A25E-A391-420D-9AEE-C852DF403265}" destId="{21596C24-D75B-496C-AC9D-2486942E82FE}" srcOrd="2" destOrd="0" presId="urn:microsoft.com/office/officeart/2018/2/layout/IconVerticalSolidList"/>
    <dgm:cxn modelId="{602EE958-8D78-45A8-B247-0887F4C51DD7}" type="presParOf" srcId="{21596C24-D75B-496C-AC9D-2486942E82FE}" destId="{15499D3F-AA5B-4C89-BF46-A018CF5DBA9E}" srcOrd="0" destOrd="0" presId="urn:microsoft.com/office/officeart/2018/2/layout/IconVerticalSolidList"/>
    <dgm:cxn modelId="{D0DAB66D-56E7-4E71-B6D2-C06811ED0B87}" type="presParOf" srcId="{21596C24-D75B-496C-AC9D-2486942E82FE}" destId="{572A09C4-BDA3-4B1E-B4F8-6937390BBAF8}" srcOrd="1" destOrd="0" presId="urn:microsoft.com/office/officeart/2018/2/layout/IconVerticalSolidList"/>
    <dgm:cxn modelId="{60D1EF6F-BACC-4D5C-A537-07212B453DE1}" type="presParOf" srcId="{21596C24-D75B-496C-AC9D-2486942E82FE}" destId="{1E864D4F-CEEB-410D-8D83-20BC2756705E}" srcOrd="2" destOrd="0" presId="urn:microsoft.com/office/officeart/2018/2/layout/IconVerticalSolidList"/>
    <dgm:cxn modelId="{47D63449-9896-4251-A5A9-A1AAC1369B2D}" type="presParOf" srcId="{21596C24-D75B-496C-AC9D-2486942E82FE}" destId="{D89E91E6-008F-4641-A6C0-21408191FE12}" srcOrd="3" destOrd="0" presId="urn:microsoft.com/office/officeart/2018/2/layout/IconVerticalSolidList"/>
    <dgm:cxn modelId="{F5C0A2FE-604C-4278-BF49-ADDE12D94EE6}" type="presParOf" srcId="{4803A25E-A391-420D-9AEE-C852DF403265}" destId="{2D7A60E9-1730-441A-9F91-544181264E5C}" srcOrd="3" destOrd="0" presId="urn:microsoft.com/office/officeart/2018/2/layout/IconVerticalSolidList"/>
    <dgm:cxn modelId="{49A84590-E177-4419-9DE5-E050B12ED34F}" type="presParOf" srcId="{4803A25E-A391-420D-9AEE-C852DF403265}" destId="{4EE9EFA2-DD5A-42B0-9465-85D8756C6EAC}" srcOrd="4" destOrd="0" presId="urn:microsoft.com/office/officeart/2018/2/layout/IconVerticalSolidList"/>
    <dgm:cxn modelId="{E6D7BC4D-487A-4C41-B9E9-D56795C4BEF5}" type="presParOf" srcId="{4EE9EFA2-DD5A-42B0-9465-85D8756C6EAC}" destId="{46F3E1C5-1D12-4DF8-AD70-B29A1A0ECA93}" srcOrd="0" destOrd="0" presId="urn:microsoft.com/office/officeart/2018/2/layout/IconVerticalSolidList"/>
    <dgm:cxn modelId="{0DD239A0-EBF6-4674-B392-9A549C1BC8D9}" type="presParOf" srcId="{4EE9EFA2-DD5A-42B0-9465-85D8756C6EAC}" destId="{B6E0B413-1625-42A2-8497-844EAB23E323}" srcOrd="1" destOrd="0" presId="urn:microsoft.com/office/officeart/2018/2/layout/IconVerticalSolidList"/>
    <dgm:cxn modelId="{DB38D80A-E9B5-44D6-A7D3-ADE3D9A88E82}" type="presParOf" srcId="{4EE9EFA2-DD5A-42B0-9465-85D8756C6EAC}" destId="{8CC76837-E91E-444F-9ACB-C2F6125630B3}" srcOrd="2" destOrd="0" presId="urn:microsoft.com/office/officeart/2018/2/layout/IconVerticalSolidList"/>
    <dgm:cxn modelId="{B4CBB46B-D4F6-4F4A-896C-246005A51E75}" type="presParOf" srcId="{4EE9EFA2-DD5A-42B0-9465-85D8756C6EAC}" destId="{7C8D39B7-205B-4BFF-A8BF-87B5FE51D576}" srcOrd="3" destOrd="0" presId="urn:microsoft.com/office/officeart/2018/2/layout/IconVerticalSolidList"/>
    <dgm:cxn modelId="{EF0A5129-80DE-4E90-857D-88EA2E15A231}" type="presParOf" srcId="{4803A25E-A391-420D-9AEE-C852DF403265}" destId="{0F611052-41A7-46AC-80AC-B7D8C8951CBB}" srcOrd="5" destOrd="0" presId="urn:microsoft.com/office/officeart/2018/2/layout/IconVerticalSolidList"/>
    <dgm:cxn modelId="{D83B2703-C1B5-4399-95E9-E15AC86E918C}" type="presParOf" srcId="{4803A25E-A391-420D-9AEE-C852DF403265}" destId="{22AB36B0-E907-488B-8ED9-FFC31F530BD3}" srcOrd="6" destOrd="0" presId="urn:microsoft.com/office/officeart/2018/2/layout/IconVerticalSolidList"/>
    <dgm:cxn modelId="{78654CCD-7ECE-4096-939D-9C20E70C8F27}" type="presParOf" srcId="{22AB36B0-E907-488B-8ED9-FFC31F530BD3}" destId="{2B8D77C0-DDC3-40B8-8C55-7CB0636875E8}" srcOrd="0" destOrd="0" presId="urn:microsoft.com/office/officeart/2018/2/layout/IconVerticalSolidList"/>
    <dgm:cxn modelId="{C67F633A-7EF6-433D-84DA-0AF2563A6E7D}" type="presParOf" srcId="{22AB36B0-E907-488B-8ED9-FFC31F530BD3}" destId="{1320FD52-03C9-496E-8D86-19833009CF27}" srcOrd="1" destOrd="0" presId="urn:microsoft.com/office/officeart/2018/2/layout/IconVerticalSolidList"/>
    <dgm:cxn modelId="{C32A1B65-3CE5-4CCD-93D9-CF3CB8C89D08}" type="presParOf" srcId="{22AB36B0-E907-488B-8ED9-FFC31F530BD3}" destId="{5B7767F7-8735-4007-904F-4A2E44AFDD7A}" srcOrd="2" destOrd="0" presId="urn:microsoft.com/office/officeart/2018/2/layout/IconVerticalSolidList"/>
    <dgm:cxn modelId="{6A0E516E-A252-41BF-933C-8C6B3AD38885}" type="presParOf" srcId="{22AB36B0-E907-488B-8ED9-FFC31F530BD3}" destId="{F65E1F9A-897A-40B4-9A59-4856DACE3202}" srcOrd="3" destOrd="0" presId="urn:microsoft.com/office/officeart/2018/2/layout/IconVerticalSolidList"/>
    <dgm:cxn modelId="{BD53DF00-7E3C-4944-8FE9-618342CC1D9A}" type="presParOf" srcId="{22AB36B0-E907-488B-8ED9-FFC31F530BD3}" destId="{0FB00989-0380-459F-98FB-C18DED1FE9F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9EC647-F999-4AC9-8FD4-FBEBF022B66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543C38-275C-468B-AAD7-85B1D0EFDDC6}">
      <dgm:prSet/>
      <dgm:spPr/>
      <dgm:t>
        <a:bodyPr/>
        <a:lstStyle/>
        <a:p>
          <a:r>
            <a:rPr lang="en-IN" b="1" dirty="0"/>
            <a:t>1. Profile Summary &amp; Explanation</a:t>
          </a:r>
          <a:endParaRPr lang="en-US" dirty="0"/>
        </a:p>
      </dgm:t>
    </dgm:pt>
    <dgm:pt modelId="{C99DCDEF-F7B5-4843-93D4-98195A92949D}" type="parTrans" cxnId="{9ACE36CB-D170-47D0-9E8C-928D11FD1014}">
      <dgm:prSet/>
      <dgm:spPr/>
      <dgm:t>
        <a:bodyPr/>
        <a:lstStyle/>
        <a:p>
          <a:endParaRPr lang="en-US"/>
        </a:p>
      </dgm:t>
    </dgm:pt>
    <dgm:pt modelId="{5160EF5A-595B-413F-8F4F-3425F9C40A04}" type="sibTrans" cxnId="{9ACE36CB-D170-47D0-9E8C-928D11FD1014}">
      <dgm:prSet/>
      <dgm:spPr/>
      <dgm:t>
        <a:bodyPr/>
        <a:lstStyle/>
        <a:p>
          <a:endParaRPr lang="en-US"/>
        </a:p>
      </dgm:t>
    </dgm:pt>
    <dgm:pt modelId="{A9DD1C82-1875-4BC9-BCD3-C9C8FAB222E0}">
      <dgm:prSet/>
      <dgm:spPr/>
      <dgm:t>
        <a:bodyPr/>
        <a:lstStyle/>
        <a:p>
          <a:r>
            <a:rPr lang="en-IN" sz="2300" kern="1200" dirty="0"/>
            <a:t>Transforms raw profile configuration data into clear, human-readable summaries.</a:t>
          </a:r>
          <a:endParaRPr lang="en-US" sz="2300" kern="1200" dirty="0"/>
        </a:p>
      </dgm:t>
    </dgm:pt>
    <dgm:pt modelId="{E050F7CD-FD1F-40C9-B48F-C769D6331427}" type="parTrans" cxnId="{2ADE7D57-8332-4ED8-86BE-4A9454EBEE8E}">
      <dgm:prSet/>
      <dgm:spPr/>
      <dgm:t>
        <a:bodyPr/>
        <a:lstStyle/>
        <a:p>
          <a:endParaRPr lang="en-US"/>
        </a:p>
      </dgm:t>
    </dgm:pt>
    <dgm:pt modelId="{91997C02-1714-4350-A69E-856CD46FD751}" type="sibTrans" cxnId="{2ADE7D57-8332-4ED8-86BE-4A9454EBEE8E}">
      <dgm:prSet/>
      <dgm:spPr/>
      <dgm:t>
        <a:bodyPr/>
        <a:lstStyle/>
        <a:p>
          <a:endParaRPr lang="en-US"/>
        </a:p>
      </dgm:t>
    </dgm:pt>
    <dgm:pt modelId="{4D1F9771-D9B3-401E-8F25-4CD1FB0FB0E3}">
      <dgm:prSet/>
      <dgm:spPr/>
      <dgm:t>
        <a:bodyPr/>
        <a:lstStyle/>
        <a:p>
          <a:r>
            <a:rPr lang="en-IN" b="1" dirty="0"/>
            <a:t>2. Validation Assistant</a:t>
          </a:r>
          <a:endParaRPr lang="en-US" dirty="0"/>
        </a:p>
      </dgm:t>
    </dgm:pt>
    <dgm:pt modelId="{1AD165C4-8655-4E0E-8767-25052E63EA95}" type="parTrans" cxnId="{C4DE6EA0-86A0-40DE-ABC9-5446D088CC0A}">
      <dgm:prSet/>
      <dgm:spPr/>
      <dgm:t>
        <a:bodyPr/>
        <a:lstStyle/>
        <a:p>
          <a:endParaRPr lang="en-US"/>
        </a:p>
      </dgm:t>
    </dgm:pt>
    <dgm:pt modelId="{832FB2FE-E077-4E65-AB08-C40BA28DAD1A}" type="sibTrans" cxnId="{C4DE6EA0-86A0-40DE-ABC9-5446D088CC0A}">
      <dgm:prSet/>
      <dgm:spPr/>
      <dgm:t>
        <a:bodyPr/>
        <a:lstStyle/>
        <a:p>
          <a:endParaRPr lang="en-US"/>
        </a:p>
      </dgm:t>
    </dgm:pt>
    <dgm:pt modelId="{75E7FAFE-0F11-47C7-B883-388437ED1F0C}">
      <dgm:prSet/>
      <dgm:spPr/>
      <dgm:t>
        <a:bodyPr/>
        <a:lstStyle/>
        <a:p>
          <a:r>
            <a:rPr lang="en-IN" dirty="0"/>
            <a:t>Detects invalid, inconsistent, or redundant profile configurations.</a:t>
          </a:r>
          <a:endParaRPr lang="en-US" dirty="0"/>
        </a:p>
      </dgm:t>
    </dgm:pt>
    <dgm:pt modelId="{4E2EB627-1301-4738-9D6E-74689AB0BEBD}" type="parTrans" cxnId="{6AF2279C-1702-4F39-986B-3CEDA8A72B37}">
      <dgm:prSet/>
      <dgm:spPr/>
      <dgm:t>
        <a:bodyPr/>
        <a:lstStyle/>
        <a:p>
          <a:endParaRPr lang="en-US"/>
        </a:p>
      </dgm:t>
    </dgm:pt>
    <dgm:pt modelId="{3F775680-1FA5-4FB7-8786-F4F7E02C5B48}" type="sibTrans" cxnId="{6AF2279C-1702-4F39-986B-3CEDA8A72B37}">
      <dgm:prSet/>
      <dgm:spPr/>
      <dgm:t>
        <a:bodyPr/>
        <a:lstStyle/>
        <a:p>
          <a:endParaRPr lang="en-US"/>
        </a:p>
      </dgm:t>
    </dgm:pt>
    <dgm:pt modelId="{A91C35B9-498A-4E51-ABF8-5AB0C8EA75EF}">
      <dgm:prSet/>
      <dgm:spPr/>
      <dgm:t>
        <a:bodyPr/>
        <a:lstStyle/>
        <a:p>
          <a:r>
            <a:rPr lang="en-IN" b="1" dirty="0"/>
            <a:t>3. Natural Language Q&amp;A</a:t>
          </a:r>
          <a:endParaRPr lang="en-US" dirty="0"/>
        </a:p>
      </dgm:t>
    </dgm:pt>
    <dgm:pt modelId="{124FB79F-35DC-44D8-A6EA-375836FB04D4}" type="parTrans" cxnId="{367A1892-6304-4EDE-BC55-BF7A296BA636}">
      <dgm:prSet/>
      <dgm:spPr/>
      <dgm:t>
        <a:bodyPr/>
        <a:lstStyle/>
        <a:p>
          <a:endParaRPr lang="en-US"/>
        </a:p>
      </dgm:t>
    </dgm:pt>
    <dgm:pt modelId="{7AB180BC-D458-4FBD-8A50-7A0E18BB215A}" type="sibTrans" cxnId="{367A1892-6304-4EDE-BC55-BF7A296BA636}">
      <dgm:prSet/>
      <dgm:spPr/>
      <dgm:t>
        <a:bodyPr/>
        <a:lstStyle/>
        <a:p>
          <a:endParaRPr lang="en-US"/>
        </a:p>
      </dgm:t>
    </dgm:pt>
    <dgm:pt modelId="{E08503C5-553E-4170-8DD1-7499E149B952}">
      <dgm:prSet/>
      <dgm:spPr/>
      <dgm:t>
        <a:bodyPr/>
        <a:lstStyle/>
        <a:p>
          <a:r>
            <a:rPr lang="en-US" dirty="0"/>
            <a:t>Utilizes intent classification and embedding-based retrieval for semantic matching and typo tolerance.</a:t>
          </a:r>
        </a:p>
      </dgm:t>
    </dgm:pt>
    <dgm:pt modelId="{6C258AA2-0E52-448E-9822-B6B25E53BBA0}" type="parTrans" cxnId="{6668277D-88D5-4ADA-AC74-E762253C610A}">
      <dgm:prSet/>
      <dgm:spPr/>
      <dgm:t>
        <a:bodyPr/>
        <a:lstStyle/>
        <a:p>
          <a:endParaRPr lang="en-US"/>
        </a:p>
      </dgm:t>
    </dgm:pt>
    <dgm:pt modelId="{0D789F50-5930-4B44-B0E5-D043943CAF47}" type="sibTrans" cxnId="{6668277D-88D5-4ADA-AC74-E762253C610A}">
      <dgm:prSet/>
      <dgm:spPr/>
      <dgm:t>
        <a:bodyPr/>
        <a:lstStyle/>
        <a:p>
          <a:endParaRPr lang="en-US"/>
        </a:p>
      </dgm:t>
    </dgm:pt>
    <dgm:pt modelId="{6CA730B8-E581-4D89-89A7-A6A36A49E49A}">
      <dgm:prSet custT="1"/>
      <dgm:spPr/>
      <dgm:t>
        <a:bodyPr/>
        <a:lstStyle/>
        <a:p>
          <a:r>
            <a:rPr lang="en-IN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Explains what each profile permits or restricts using a combination of LLMs and rule-based logic.</a:t>
          </a:r>
          <a:endParaRPr lang="en-US" sz="2300" kern="1200" dirty="0"/>
        </a:p>
      </dgm:t>
    </dgm:pt>
    <dgm:pt modelId="{BBE7CF3F-DB86-4065-BAE3-484E4DCFC80A}" type="parTrans" cxnId="{5C65FA3A-E948-442C-BC42-EB13FAE6D529}">
      <dgm:prSet/>
      <dgm:spPr/>
      <dgm:t>
        <a:bodyPr/>
        <a:lstStyle/>
        <a:p>
          <a:endParaRPr lang="en-IN"/>
        </a:p>
      </dgm:t>
    </dgm:pt>
    <dgm:pt modelId="{0E6298EF-243B-4E84-8FB4-B3546CCF3D13}" type="sibTrans" cxnId="{5C65FA3A-E948-442C-BC42-EB13FAE6D529}">
      <dgm:prSet/>
      <dgm:spPr/>
      <dgm:t>
        <a:bodyPr/>
        <a:lstStyle/>
        <a:p>
          <a:endParaRPr lang="en-IN"/>
        </a:p>
      </dgm:t>
    </dgm:pt>
    <dgm:pt modelId="{9CBAC8AD-0954-4B49-8983-9FAABFC8451A}" type="pres">
      <dgm:prSet presAssocID="{449EC647-F999-4AC9-8FD4-FBEBF022B661}" presName="linear" presStyleCnt="0">
        <dgm:presLayoutVars>
          <dgm:animLvl val="lvl"/>
          <dgm:resizeHandles val="exact"/>
        </dgm:presLayoutVars>
      </dgm:prSet>
      <dgm:spPr/>
    </dgm:pt>
    <dgm:pt modelId="{FE3FC3A0-575B-45DF-AFAB-C1B0B3F708F0}" type="pres">
      <dgm:prSet presAssocID="{67543C38-275C-468B-AAD7-85B1D0EFDD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9D312E-F98D-4BB3-BF2A-07126C00B61A}" type="pres">
      <dgm:prSet presAssocID="{67543C38-275C-468B-AAD7-85B1D0EFDDC6}" presName="childText" presStyleLbl="revTx" presStyleIdx="0" presStyleCnt="3">
        <dgm:presLayoutVars>
          <dgm:bulletEnabled val="1"/>
        </dgm:presLayoutVars>
      </dgm:prSet>
      <dgm:spPr/>
    </dgm:pt>
    <dgm:pt modelId="{AE936131-51F3-4656-9DF0-05D0BEE95376}" type="pres">
      <dgm:prSet presAssocID="{4D1F9771-D9B3-401E-8F25-4CD1FB0FB0E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AD3574-D795-46D0-8C13-205BCD385803}" type="pres">
      <dgm:prSet presAssocID="{4D1F9771-D9B3-401E-8F25-4CD1FB0FB0E3}" presName="childText" presStyleLbl="revTx" presStyleIdx="1" presStyleCnt="3">
        <dgm:presLayoutVars>
          <dgm:bulletEnabled val="1"/>
        </dgm:presLayoutVars>
      </dgm:prSet>
      <dgm:spPr/>
    </dgm:pt>
    <dgm:pt modelId="{63DB306A-B1C2-45C5-A404-A56EEC0ADA26}" type="pres">
      <dgm:prSet presAssocID="{A91C35B9-498A-4E51-ABF8-5AB0C8EA75E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7E1F20D-9924-4913-88B3-F4588061F7CD}" type="pres">
      <dgm:prSet presAssocID="{A91C35B9-498A-4E51-ABF8-5AB0C8EA75E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C65FA3A-E948-442C-BC42-EB13FAE6D529}" srcId="{67543C38-275C-468B-AAD7-85B1D0EFDDC6}" destId="{6CA730B8-E581-4D89-89A7-A6A36A49E49A}" srcOrd="1" destOrd="0" parTransId="{BBE7CF3F-DB86-4065-BAE3-484E4DCFC80A}" sibTransId="{0E6298EF-243B-4E84-8FB4-B3546CCF3D13}"/>
    <dgm:cxn modelId="{7EBDD43B-55E8-43D3-8E3F-E3A0166C090B}" type="presOf" srcId="{6CA730B8-E581-4D89-89A7-A6A36A49E49A}" destId="{579D312E-F98D-4BB3-BF2A-07126C00B61A}" srcOrd="0" destOrd="1" presId="urn:microsoft.com/office/officeart/2005/8/layout/vList2"/>
    <dgm:cxn modelId="{9D1A7245-1083-4FBE-9FED-CA0A3A5DC2AC}" type="presOf" srcId="{E08503C5-553E-4170-8DD1-7499E149B952}" destId="{57E1F20D-9924-4913-88B3-F4588061F7CD}" srcOrd="0" destOrd="0" presId="urn:microsoft.com/office/officeart/2005/8/layout/vList2"/>
    <dgm:cxn modelId="{F6C17E67-7001-4FC3-A734-238497EB1D20}" type="presOf" srcId="{75E7FAFE-0F11-47C7-B883-388437ED1F0C}" destId="{35AD3574-D795-46D0-8C13-205BCD385803}" srcOrd="0" destOrd="0" presId="urn:microsoft.com/office/officeart/2005/8/layout/vList2"/>
    <dgm:cxn modelId="{D43F5854-0292-40EE-A31A-57EABB87D3E4}" type="presOf" srcId="{449EC647-F999-4AC9-8FD4-FBEBF022B661}" destId="{9CBAC8AD-0954-4B49-8983-9FAABFC8451A}" srcOrd="0" destOrd="0" presId="urn:microsoft.com/office/officeart/2005/8/layout/vList2"/>
    <dgm:cxn modelId="{2ADE7D57-8332-4ED8-86BE-4A9454EBEE8E}" srcId="{67543C38-275C-468B-AAD7-85B1D0EFDDC6}" destId="{A9DD1C82-1875-4BC9-BCD3-C9C8FAB222E0}" srcOrd="0" destOrd="0" parTransId="{E050F7CD-FD1F-40C9-B48F-C769D6331427}" sibTransId="{91997C02-1714-4350-A69E-856CD46FD751}"/>
    <dgm:cxn modelId="{6668277D-88D5-4ADA-AC74-E762253C610A}" srcId="{A91C35B9-498A-4E51-ABF8-5AB0C8EA75EF}" destId="{E08503C5-553E-4170-8DD1-7499E149B952}" srcOrd="0" destOrd="0" parTransId="{6C258AA2-0E52-448E-9822-B6B25E53BBA0}" sibTransId="{0D789F50-5930-4B44-B0E5-D043943CAF47}"/>
    <dgm:cxn modelId="{A2550D8F-9EAC-4B96-8A20-D9C21426AD40}" type="presOf" srcId="{4D1F9771-D9B3-401E-8F25-4CD1FB0FB0E3}" destId="{AE936131-51F3-4656-9DF0-05D0BEE95376}" srcOrd="0" destOrd="0" presId="urn:microsoft.com/office/officeart/2005/8/layout/vList2"/>
    <dgm:cxn modelId="{367A1892-6304-4EDE-BC55-BF7A296BA636}" srcId="{449EC647-F999-4AC9-8FD4-FBEBF022B661}" destId="{A91C35B9-498A-4E51-ABF8-5AB0C8EA75EF}" srcOrd="2" destOrd="0" parTransId="{124FB79F-35DC-44D8-A6EA-375836FB04D4}" sibTransId="{7AB180BC-D458-4FBD-8A50-7A0E18BB215A}"/>
    <dgm:cxn modelId="{6AF2279C-1702-4F39-986B-3CEDA8A72B37}" srcId="{4D1F9771-D9B3-401E-8F25-4CD1FB0FB0E3}" destId="{75E7FAFE-0F11-47C7-B883-388437ED1F0C}" srcOrd="0" destOrd="0" parTransId="{4E2EB627-1301-4738-9D6E-74689AB0BEBD}" sibTransId="{3F775680-1FA5-4FB7-8786-F4F7E02C5B48}"/>
    <dgm:cxn modelId="{C4DE6EA0-86A0-40DE-ABC9-5446D088CC0A}" srcId="{449EC647-F999-4AC9-8FD4-FBEBF022B661}" destId="{4D1F9771-D9B3-401E-8F25-4CD1FB0FB0E3}" srcOrd="1" destOrd="0" parTransId="{1AD165C4-8655-4E0E-8767-25052E63EA95}" sibTransId="{832FB2FE-E077-4E65-AB08-C40BA28DAD1A}"/>
    <dgm:cxn modelId="{367488C2-AFCE-4BF0-A94E-43635F14571E}" type="presOf" srcId="{67543C38-275C-468B-AAD7-85B1D0EFDDC6}" destId="{FE3FC3A0-575B-45DF-AFAB-C1B0B3F708F0}" srcOrd="0" destOrd="0" presId="urn:microsoft.com/office/officeart/2005/8/layout/vList2"/>
    <dgm:cxn modelId="{EF66C6C2-0204-44DB-B920-4EB89E24FEB3}" type="presOf" srcId="{A91C35B9-498A-4E51-ABF8-5AB0C8EA75EF}" destId="{63DB306A-B1C2-45C5-A404-A56EEC0ADA26}" srcOrd="0" destOrd="0" presId="urn:microsoft.com/office/officeart/2005/8/layout/vList2"/>
    <dgm:cxn modelId="{9ACE36CB-D170-47D0-9E8C-928D11FD1014}" srcId="{449EC647-F999-4AC9-8FD4-FBEBF022B661}" destId="{67543C38-275C-468B-AAD7-85B1D0EFDDC6}" srcOrd="0" destOrd="0" parTransId="{C99DCDEF-F7B5-4843-93D4-98195A92949D}" sibTransId="{5160EF5A-595B-413F-8F4F-3425F9C40A04}"/>
    <dgm:cxn modelId="{ABA5A0E5-97BE-4E1B-AE0E-5F6EBBC2A372}" type="presOf" srcId="{A9DD1C82-1875-4BC9-BCD3-C9C8FAB222E0}" destId="{579D312E-F98D-4BB3-BF2A-07126C00B61A}" srcOrd="0" destOrd="0" presId="urn:microsoft.com/office/officeart/2005/8/layout/vList2"/>
    <dgm:cxn modelId="{BA573FF0-23D2-4674-A3D6-92DC036093E0}" type="presParOf" srcId="{9CBAC8AD-0954-4B49-8983-9FAABFC8451A}" destId="{FE3FC3A0-575B-45DF-AFAB-C1B0B3F708F0}" srcOrd="0" destOrd="0" presId="urn:microsoft.com/office/officeart/2005/8/layout/vList2"/>
    <dgm:cxn modelId="{1B3DC11B-ABE2-423D-8AFA-D5F72C829279}" type="presParOf" srcId="{9CBAC8AD-0954-4B49-8983-9FAABFC8451A}" destId="{579D312E-F98D-4BB3-BF2A-07126C00B61A}" srcOrd="1" destOrd="0" presId="urn:microsoft.com/office/officeart/2005/8/layout/vList2"/>
    <dgm:cxn modelId="{142E0945-D922-48B5-89F4-EAB19107CE64}" type="presParOf" srcId="{9CBAC8AD-0954-4B49-8983-9FAABFC8451A}" destId="{AE936131-51F3-4656-9DF0-05D0BEE95376}" srcOrd="2" destOrd="0" presId="urn:microsoft.com/office/officeart/2005/8/layout/vList2"/>
    <dgm:cxn modelId="{DDE0E0B6-A7DA-4836-843F-86DEE6F24A65}" type="presParOf" srcId="{9CBAC8AD-0954-4B49-8983-9FAABFC8451A}" destId="{35AD3574-D795-46D0-8C13-205BCD385803}" srcOrd="3" destOrd="0" presId="urn:microsoft.com/office/officeart/2005/8/layout/vList2"/>
    <dgm:cxn modelId="{94350F05-5B7E-4C42-B6C7-7334E45C2A28}" type="presParOf" srcId="{9CBAC8AD-0954-4B49-8983-9FAABFC8451A}" destId="{63DB306A-B1C2-45C5-A404-A56EEC0ADA26}" srcOrd="4" destOrd="0" presId="urn:microsoft.com/office/officeart/2005/8/layout/vList2"/>
    <dgm:cxn modelId="{A5E145BA-5C5B-494E-8D63-31E08C7A6F87}" type="presParOf" srcId="{9CBAC8AD-0954-4B49-8983-9FAABFC8451A}" destId="{57E1F20D-9924-4913-88B3-F4588061F7C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7B6F53D-4B83-41E9-966A-F9D2EEFDACC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20E27F-C5B4-4305-B4A8-93D4EDC06870}">
      <dgm:prSet/>
      <dgm:spPr/>
      <dgm:t>
        <a:bodyPr/>
        <a:lstStyle/>
        <a:p>
          <a:r>
            <a:rPr lang="en-IN" b="1" dirty="0"/>
            <a:t>4. Profile Listing &amp; Search</a:t>
          </a:r>
          <a:endParaRPr lang="en-US" dirty="0"/>
        </a:p>
      </dgm:t>
    </dgm:pt>
    <dgm:pt modelId="{8AAADC64-1415-4A38-A350-B2210522E1AB}" type="parTrans" cxnId="{7747C741-86BD-4822-AA0C-2FFA742AC2B8}">
      <dgm:prSet/>
      <dgm:spPr/>
      <dgm:t>
        <a:bodyPr/>
        <a:lstStyle/>
        <a:p>
          <a:endParaRPr lang="en-US"/>
        </a:p>
      </dgm:t>
    </dgm:pt>
    <dgm:pt modelId="{216E1B50-7C19-4C76-9133-41C2E4DD13A0}" type="sibTrans" cxnId="{7747C741-86BD-4822-AA0C-2FFA742AC2B8}">
      <dgm:prSet/>
      <dgm:spPr/>
      <dgm:t>
        <a:bodyPr/>
        <a:lstStyle/>
        <a:p>
          <a:endParaRPr lang="en-US"/>
        </a:p>
      </dgm:t>
    </dgm:pt>
    <dgm:pt modelId="{9B569295-5968-4DFD-BF1B-5A95B08356A7}">
      <dgm:prSet/>
      <dgm:spPr/>
      <dgm:t>
        <a:bodyPr/>
        <a:lstStyle/>
        <a:p>
          <a:r>
            <a:rPr lang="en-IN" dirty="0"/>
            <a:t>Lists all profiles or filters by domain/action/entity</a:t>
          </a:r>
          <a:endParaRPr lang="en-US" dirty="0"/>
        </a:p>
      </dgm:t>
    </dgm:pt>
    <dgm:pt modelId="{7F53F094-D30E-4FA4-9E8F-FE6A033AD67B}" type="parTrans" cxnId="{2849EA43-4060-4B24-B27D-75DD17E399E8}">
      <dgm:prSet/>
      <dgm:spPr/>
      <dgm:t>
        <a:bodyPr/>
        <a:lstStyle/>
        <a:p>
          <a:endParaRPr lang="en-US"/>
        </a:p>
      </dgm:t>
    </dgm:pt>
    <dgm:pt modelId="{E1C3E09F-E62E-49A8-96D4-32AFA19A61EF}" type="sibTrans" cxnId="{2849EA43-4060-4B24-B27D-75DD17E399E8}">
      <dgm:prSet/>
      <dgm:spPr/>
      <dgm:t>
        <a:bodyPr/>
        <a:lstStyle/>
        <a:p>
          <a:endParaRPr lang="en-US"/>
        </a:p>
      </dgm:t>
    </dgm:pt>
    <dgm:pt modelId="{8B66C35A-4CCA-4E7D-BE37-573093FE56EA}">
      <dgm:prSet/>
      <dgm:spPr/>
      <dgm:t>
        <a:bodyPr/>
        <a:lstStyle/>
        <a:p>
          <a:r>
            <a:rPr lang="en-IN" dirty="0"/>
            <a:t>Embedding-based fuzzy search + suggestions</a:t>
          </a:r>
          <a:endParaRPr lang="en-US" dirty="0"/>
        </a:p>
      </dgm:t>
    </dgm:pt>
    <dgm:pt modelId="{22E46835-8F0C-4415-8BEC-26F131D905FB}" type="parTrans" cxnId="{DF0A7DA7-1930-4F6A-9E1D-C8AF1A5AE5D7}">
      <dgm:prSet/>
      <dgm:spPr/>
      <dgm:t>
        <a:bodyPr/>
        <a:lstStyle/>
        <a:p>
          <a:endParaRPr lang="en-US"/>
        </a:p>
      </dgm:t>
    </dgm:pt>
    <dgm:pt modelId="{661FB937-90D6-4D2C-B2FD-95E6E4448A4E}" type="sibTrans" cxnId="{DF0A7DA7-1930-4F6A-9E1D-C8AF1A5AE5D7}">
      <dgm:prSet/>
      <dgm:spPr/>
      <dgm:t>
        <a:bodyPr/>
        <a:lstStyle/>
        <a:p>
          <a:endParaRPr lang="en-US"/>
        </a:p>
      </dgm:t>
    </dgm:pt>
    <dgm:pt modelId="{BD788A58-BD7E-42EC-9D5C-48E65729D56B}">
      <dgm:prSet/>
      <dgm:spPr/>
      <dgm:t>
        <a:bodyPr/>
        <a:lstStyle/>
        <a:p>
          <a:r>
            <a:rPr lang="en-IN" b="1" dirty="0"/>
            <a:t>5. Scalable RAG Architecture</a:t>
          </a:r>
          <a:endParaRPr lang="en-US" dirty="0"/>
        </a:p>
      </dgm:t>
    </dgm:pt>
    <dgm:pt modelId="{D9A687DC-B4B5-4834-82E9-2BA82A7A6D98}" type="parTrans" cxnId="{823078EE-C529-4297-A38A-C79353223535}">
      <dgm:prSet/>
      <dgm:spPr/>
      <dgm:t>
        <a:bodyPr/>
        <a:lstStyle/>
        <a:p>
          <a:endParaRPr lang="en-US"/>
        </a:p>
      </dgm:t>
    </dgm:pt>
    <dgm:pt modelId="{4FCC748B-9C51-4F7A-98B4-44117F420E7A}" type="sibTrans" cxnId="{823078EE-C529-4297-A38A-C79353223535}">
      <dgm:prSet/>
      <dgm:spPr/>
      <dgm:t>
        <a:bodyPr/>
        <a:lstStyle/>
        <a:p>
          <a:endParaRPr lang="en-US"/>
        </a:p>
      </dgm:t>
    </dgm:pt>
    <dgm:pt modelId="{75CAECAC-1FB7-44E0-B2B8-E111DB2C5922}">
      <dgm:prSet/>
      <dgm:spPr/>
      <dgm:t>
        <a:bodyPr/>
        <a:lstStyle/>
        <a:p>
          <a:r>
            <a:rPr lang="en-US" dirty="0"/>
            <a:t>Integrates a Chroma vector store with structured metadata for efficient retrieval.</a:t>
          </a:r>
        </a:p>
      </dgm:t>
    </dgm:pt>
    <dgm:pt modelId="{7EA98FA3-5D0A-4205-8735-6C3B35BA15F6}" type="parTrans" cxnId="{0BB30040-5022-4A21-9999-9FCC98126879}">
      <dgm:prSet/>
      <dgm:spPr/>
      <dgm:t>
        <a:bodyPr/>
        <a:lstStyle/>
        <a:p>
          <a:endParaRPr lang="en-US"/>
        </a:p>
      </dgm:t>
    </dgm:pt>
    <dgm:pt modelId="{FB85320F-DD90-4567-BAB1-945244ABBA77}" type="sibTrans" cxnId="{0BB30040-5022-4A21-9999-9FCC98126879}">
      <dgm:prSet/>
      <dgm:spPr/>
      <dgm:t>
        <a:bodyPr/>
        <a:lstStyle/>
        <a:p>
          <a:endParaRPr lang="en-US"/>
        </a:p>
      </dgm:t>
    </dgm:pt>
    <dgm:pt modelId="{ED1473EA-AF97-491D-B41B-858C7080DA17}">
      <dgm:prSet/>
      <dgm:spPr/>
      <dgm:t>
        <a:bodyPr/>
        <a:lstStyle/>
        <a:p>
          <a:r>
            <a:rPr lang="en-US" dirty="0"/>
            <a:t>Embedding similarity search answers vague queries, such as “Show billing profiles.”</a:t>
          </a:r>
          <a:endParaRPr lang="en-IN" dirty="0"/>
        </a:p>
      </dgm:t>
    </dgm:pt>
    <dgm:pt modelId="{874E57F9-36C1-4D28-8413-2A181AFCE39C}" type="parTrans" cxnId="{70D02FE1-0FF4-4B7B-BD51-2A78E7D16BBC}">
      <dgm:prSet/>
      <dgm:spPr/>
      <dgm:t>
        <a:bodyPr/>
        <a:lstStyle/>
        <a:p>
          <a:endParaRPr lang="en-IN"/>
        </a:p>
      </dgm:t>
    </dgm:pt>
    <dgm:pt modelId="{3973C25A-C7E5-4AB5-BDDA-6355F3620E5D}" type="sibTrans" cxnId="{70D02FE1-0FF4-4B7B-BD51-2A78E7D16BBC}">
      <dgm:prSet/>
      <dgm:spPr/>
      <dgm:t>
        <a:bodyPr/>
        <a:lstStyle/>
        <a:p>
          <a:endParaRPr lang="en-IN"/>
        </a:p>
      </dgm:t>
    </dgm:pt>
    <dgm:pt modelId="{42A4BE46-8853-4DB0-B2FC-732EC1BC7F5D}">
      <dgm:prSet/>
      <dgm:spPr/>
      <dgm:t>
        <a:bodyPr/>
        <a:lstStyle/>
        <a:p>
          <a:r>
            <a:rPr lang="en-IN" dirty="0"/>
            <a:t>Intent classifier intelligently routes queries to the appropriate backend logic (summary, validation, Q&amp;A, etc.).</a:t>
          </a:r>
        </a:p>
      </dgm:t>
    </dgm:pt>
    <dgm:pt modelId="{627BD86E-DBB7-4B0A-B744-61FB14A2D76B}" type="parTrans" cxnId="{0AA4A981-7A11-4D9C-A105-82083D000B34}">
      <dgm:prSet/>
      <dgm:spPr/>
      <dgm:t>
        <a:bodyPr/>
        <a:lstStyle/>
        <a:p>
          <a:endParaRPr lang="en-IN"/>
        </a:p>
      </dgm:t>
    </dgm:pt>
    <dgm:pt modelId="{BBAD5C85-FF4F-4A58-9162-BC7FD6FC9482}" type="sibTrans" cxnId="{0AA4A981-7A11-4D9C-A105-82083D000B34}">
      <dgm:prSet/>
      <dgm:spPr/>
      <dgm:t>
        <a:bodyPr/>
        <a:lstStyle/>
        <a:p>
          <a:endParaRPr lang="en-IN"/>
        </a:p>
      </dgm:t>
    </dgm:pt>
    <dgm:pt modelId="{477885CD-4C40-4A69-B507-9B45B5BB0772}">
      <dgm:prSet/>
      <dgm:spPr/>
      <dgm:t>
        <a:bodyPr/>
        <a:lstStyle/>
        <a:p>
          <a:endParaRPr lang="en-IN" dirty="0"/>
        </a:p>
      </dgm:t>
    </dgm:pt>
    <dgm:pt modelId="{23E8886B-86E6-46D3-838E-19C59D1BC63B}" type="parTrans" cxnId="{57C43C3F-C069-4219-8AE0-C3D1A97364C8}">
      <dgm:prSet/>
      <dgm:spPr/>
      <dgm:t>
        <a:bodyPr/>
        <a:lstStyle/>
        <a:p>
          <a:endParaRPr lang="en-IN"/>
        </a:p>
      </dgm:t>
    </dgm:pt>
    <dgm:pt modelId="{7B180B7F-C8EE-41F0-9EB9-9B2CC2F243D4}" type="sibTrans" cxnId="{57C43C3F-C069-4219-8AE0-C3D1A97364C8}">
      <dgm:prSet/>
      <dgm:spPr/>
      <dgm:t>
        <a:bodyPr/>
        <a:lstStyle/>
        <a:p>
          <a:endParaRPr lang="en-IN"/>
        </a:p>
      </dgm:t>
    </dgm:pt>
    <dgm:pt modelId="{842E75E0-8F06-4D0D-8A81-66760A943262}" type="pres">
      <dgm:prSet presAssocID="{07B6F53D-4B83-41E9-966A-F9D2EEFDACC7}" presName="linear" presStyleCnt="0">
        <dgm:presLayoutVars>
          <dgm:animLvl val="lvl"/>
          <dgm:resizeHandles val="exact"/>
        </dgm:presLayoutVars>
      </dgm:prSet>
      <dgm:spPr/>
    </dgm:pt>
    <dgm:pt modelId="{ABEB1DE9-07DE-47FE-BF59-02994F63C208}" type="pres">
      <dgm:prSet presAssocID="{C120E27F-C5B4-4305-B4A8-93D4EDC0687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BA5047-F2D9-40D1-B02C-AA895CDAFFF6}" type="pres">
      <dgm:prSet presAssocID="{C120E27F-C5B4-4305-B4A8-93D4EDC06870}" presName="childText" presStyleLbl="revTx" presStyleIdx="0" presStyleCnt="2">
        <dgm:presLayoutVars>
          <dgm:bulletEnabled val="1"/>
        </dgm:presLayoutVars>
      </dgm:prSet>
      <dgm:spPr/>
    </dgm:pt>
    <dgm:pt modelId="{7186DD7D-EA59-4D2D-8BC0-86F82DA8C4FA}" type="pres">
      <dgm:prSet presAssocID="{BD788A58-BD7E-42EC-9D5C-48E65729D5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AF3D91E-917E-4AA4-B979-FC8DB152067D}" type="pres">
      <dgm:prSet presAssocID="{BD788A58-BD7E-42EC-9D5C-48E65729D56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58DB12-2121-4B23-B2D9-17A529CBAEC4}" type="presOf" srcId="{9B569295-5968-4DFD-BF1B-5A95B08356A7}" destId="{32BA5047-F2D9-40D1-B02C-AA895CDAFFF6}" srcOrd="0" destOrd="0" presId="urn:microsoft.com/office/officeart/2005/8/layout/vList2"/>
    <dgm:cxn modelId="{63C3BD16-1A41-4548-AB41-7503AE39C573}" type="presOf" srcId="{477885CD-4C40-4A69-B507-9B45B5BB0772}" destId="{EAF3D91E-917E-4AA4-B979-FC8DB152067D}" srcOrd="0" destOrd="3" presId="urn:microsoft.com/office/officeart/2005/8/layout/vList2"/>
    <dgm:cxn modelId="{252B0535-3020-4FA4-A1F7-065D2EF82AC6}" type="presOf" srcId="{42A4BE46-8853-4DB0-B2FC-732EC1BC7F5D}" destId="{EAF3D91E-917E-4AA4-B979-FC8DB152067D}" srcOrd="0" destOrd="2" presId="urn:microsoft.com/office/officeart/2005/8/layout/vList2"/>
    <dgm:cxn modelId="{DB287936-129C-482E-981A-F5FBA003B151}" type="presOf" srcId="{BD788A58-BD7E-42EC-9D5C-48E65729D56B}" destId="{7186DD7D-EA59-4D2D-8BC0-86F82DA8C4FA}" srcOrd="0" destOrd="0" presId="urn:microsoft.com/office/officeart/2005/8/layout/vList2"/>
    <dgm:cxn modelId="{7A7DB13C-2641-46FD-8603-7688EEA76A19}" type="presOf" srcId="{ED1473EA-AF97-491D-B41B-858C7080DA17}" destId="{EAF3D91E-917E-4AA4-B979-FC8DB152067D}" srcOrd="0" destOrd="1" presId="urn:microsoft.com/office/officeart/2005/8/layout/vList2"/>
    <dgm:cxn modelId="{57C43C3F-C069-4219-8AE0-C3D1A97364C8}" srcId="{BD788A58-BD7E-42EC-9D5C-48E65729D56B}" destId="{477885CD-4C40-4A69-B507-9B45B5BB0772}" srcOrd="3" destOrd="0" parTransId="{23E8886B-86E6-46D3-838E-19C59D1BC63B}" sibTransId="{7B180B7F-C8EE-41F0-9EB9-9B2CC2F243D4}"/>
    <dgm:cxn modelId="{0BB30040-5022-4A21-9999-9FCC98126879}" srcId="{BD788A58-BD7E-42EC-9D5C-48E65729D56B}" destId="{75CAECAC-1FB7-44E0-B2B8-E111DB2C5922}" srcOrd="0" destOrd="0" parTransId="{7EA98FA3-5D0A-4205-8735-6C3B35BA15F6}" sibTransId="{FB85320F-DD90-4567-BAB1-945244ABBA77}"/>
    <dgm:cxn modelId="{7747C741-86BD-4822-AA0C-2FFA742AC2B8}" srcId="{07B6F53D-4B83-41E9-966A-F9D2EEFDACC7}" destId="{C120E27F-C5B4-4305-B4A8-93D4EDC06870}" srcOrd="0" destOrd="0" parTransId="{8AAADC64-1415-4A38-A350-B2210522E1AB}" sibTransId="{216E1B50-7C19-4C76-9133-41C2E4DD13A0}"/>
    <dgm:cxn modelId="{2849EA43-4060-4B24-B27D-75DD17E399E8}" srcId="{C120E27F-C5B4-4305-B4A8-93D4EDC06870}" destId="{9B569295-5968-4DFD-BF1B-5A95B08356A7}" srcOrd="0" destOrd="0" parTransId="{7F53F094-D30E-4FA4-9E8F-FE6A033AD67B}" sibTransId="{E1C3E09F-E62E-49A8-96D4-32AFA19A61EF}"/>
    <dgm:cxn modelId="{5CF97348-9869-4857-81BF-C77143F4E53F}" type="presOf" srcId="{C120E27F-C5B4-4305-B4A8-93D4EDC06870}" destId="{ABEB1DE9-07DE-47FE-BF59-02994F63C208}" srcOrd="0" destOrd="0" presId="urn:microsoft.com/office/officeart/2005/8/layout/vList2"/>
    <dgm:cxn modelId="{0AA4A981-7A11-4D9C-A105-82083D000B34}" srcId="{BD788A58-BD7E-42EC-9D5C-48E65729D56B}" destId="{42A4BE46-8853-4DB0-B2FC-732EC1BC7F5D}" srcOrd="2" destOrd="0" parTransId="{627BD86E-DBB7-4B0A-B744-61FB14A2D76B}" sibTransId="{BBAD5C85-FF4F-4A58-9162-BC7FD6FC9482}"/>
    <dgm:cxn modelId="{8CF3939E-778E-4D4C-AA6B-2D802EE93A6C}" type="presOf" srcId="{07B6F53D-4B83-41E9-966A-F9D2EEFDACC7}" destId="{842E75E0-8F06-4D0D-8A81-66760A943262}" srcOrd="0" destOrd="0" presId="urn:microsoft.com/office/officeart/2005/8/layout/vList2"/>
    <dgm:cxn modelId="{DF0A7DA7-1930-4F6A-9E1D-C8AF1A5AE5D7}" srcId="{C120E27F-C5B4-4305-B4A8-93D4EDC06870}" destId="{8B66C35A-4CCA-4E7D-BE37-573093FE56EA}" srcOrd="1" destOrd="0" parTransId="{22E46835-8F0C-4415-8BEC-26F131D905FB}" sibTransId="{661FB937-90D6-4D2C-B2FD-95E6E4448A4E}"/>
    <dgm:cxn modelId="{3E92FDB0-B7EA-4AF6-AC3D-EA5A23FBD2E6}" type="presOf" srcId="{8B66C35A-4CCA-4E7D-BE37-573093FE56EA}" destId="{32BA5047-F2D9-40D1-B02C-AA895CDAFFF6}" srcOrd="0" destOrd="1" presId="urn:microsoft.com/office/officeart/2005/8/layout/vList2"/>
    <dgm:cxn modelId="{E1F6B5CD-5B3F-4A61-AA3C-2DFAF03687A4}" type="presOf" srcId="{75CAECAC-1FB7-44E0-B2B8-E111DB2C5922}" destId="{EAF3D91E-917E-4AA4-B979-FC8DB152067D}" srcOrd="0" destOrd="0" presId="urn:microsoft.com/office/officeart/2005/8/layout/vList2"/>
    <dgm:cxn modelId="{70D02FE1-0FF4-4B7B-BD51-2A78E7D16BBC}" srcId="{BD788A58-BD7E-42EC-9D5C-48E65729D56B}" destId="{ED1473EA-AF97-491D-B41B-858C7080DA17}" srcOrd="1" destOrd="0" parTransId="{874E57F9-36C1-4D28-8413-2A181AFCE39C}" sibTransId="{3973C25A-C7E5-4AB5-BDDA-6355F3620E5D}"/>
    <dgm:cxn modelId="{823078EE-C529-4297-A38A-C79353223535}" srcId="{07B6F53D-4B83-41E9-966A-F9D2EEFDACC7}" destId="{BD788A58-BD7E-42EC-9D5C-48E65729D56B}" srcOrd="1" destOrd="0" parTransId="{D9A687DC-B4B5-4834-82E9-2BA82A7A6D98}" sibTransId="{4FCC748B-9C51-4F7A-98B4-44117F420E7A}"/>
    <dgm:cxn modelId="{468DCECA-0EF4-40AE-9811-B78B552DC6CB}" type="presParOf" srcId="{842E75E0-8F06-4D0D-8A81-66760A943262}" destId="{ABEB1DE9-07DE-47FE-BF59-02994F63C208}" srcOrd="0" destOrd="0" presId="urn:microsoft.com/office/officeart/2005/8/layout/vList2"/>
    <dgm:cxn modelId="{463FB9E6-1A09-49F3-A0A3-7FC6C13BE526}" type="presParOf" srcId="{842E75E0-8F06-4D0D-8A81-66760A943262}" destId="{32BA5047-F2D9-40D1-B02C-AA895CDAFFF6}" srcOrd="1" destOrd="0" presId="urn:microsoft.com/office/officeart/2005/8/layout/vList2"/>
    <dgm:cxn modelId="{6606FF59-7EED-4177-9453-FFA8606208BF}" type="presParOf" srcId="{842E75E0-8F06-4D0D-8A81-66760A943262}" destId="{7186DD7D-EA59-4D2D-8BC0-86F82DA8C4FA}" srcOrd="2" destOrd="0" presId="urn:microsoft.com/office/officeart/2005/8/layout/vList2"/>
    <dgm:cxn modelId="{F6708E94-0DC7-447D-B886-CCD88E7E79CD}" type="presParOf" srcId="{842E75E0-8F06-4D0D-8A81-66760A943262}" destId="{EAF3D91E-917E-4AA4-B979-FC8DB152067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189A6F-BB53-4A62-8E34-04914508798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982B437-7297-48F2-92E6-27B21125C51F}">
      <dgm:prSet/>
      <dgm:spPr/>
      <dgm:t>
        <a:bodyPr/>
        <a:lstStyle/>
        <a:p>
          <a:r>
            <a:rPr lang="en-US" b="1" dirty="0"/>
            <a:t>AI-Powered Profile Builder</a:t>
          </a:r>
          <a:endParaRPr lang="en-US" dirty="0"/>
        </a:p>
      </dgm:t>
    </dgm:pt>
    <dgm:pt modelId="{5119C2C3-1835-4068-85B8-7BAA1C17AE6E}" type="parTrans" cxnId="{3E8491AC-E3E5-42E1-B0A7-A3F9A7B6F51A}">
      <dgm:prSet/>
      <dgm:spPr/>
      <dgm:t>
        <a:bodyPr/>
        <a:lstStyle/>
        <a:p>
          <a:endParaRPr lang="en-US"/>
        </a:p>
      </dgm:t>
    </dgm:pt>
    <dgm:pt modelId="{ECE1B797-590C-419D-AFA4-C277002B15B3}" type="sibTrans" cxnId="{3E8491AC-E3E5-42E1-B0A7-A3F9A7B6F51A}">
      <dgm:prSet/>
      <dgm:spPr/>
      <dgm:t>
        <a:bodyPr/>
        <a:lstStyle/>
        <a:p>
          <a:endParaRPr lang="en-US"/>
        </a:p>
      </dgm:t>
    </dgm:pt>
    <dgm:pt modelId="{9113D19E-A886-4B17-BD02-839CCCD2C5CC}">
      <dgm:prSet/>
      <dgm:spPr/>
      <dgm:t>
        <a:bodyPr/>
        <a:lstStyle/>
        <a:p>
          <a:r>
            <a:rPr lang="en-US" dirty="0"/>
            <a:t>Interactive assistant to guide FSM users in creating new security profiles.</a:t>
          </a:r>
        </a:p>
      </dgm:t>
    </dgm:pt>
    <dgm:pt modelId="{EE482A2D-6456-48D3-B872-9F97E0D50E66}" type="parTrans" cxnId="{35F13D6B-9099-449C-9A0D-AF74BB77808B}">
      <dgm:prSet/>
      <dgm:spPr/>
      <dgm:t>
        <a:bodyPr/>
        <a:lstStyle/>
        <a:p>
          <a:endParaRPr lang="en-US"/>
        </a:p>
      </dgm:t>
    </dgm:pt>
    <dgm:pt modelId="{3DADBCBB-921D-4BC1-B349-A19C3E7197F2}" type="sibTrans" cxnId="{35F13D6B-9099-449C-9A0D-AF74BB77808B}">
      <dgm:prSet/>
      <dgm:spPr/>
      <dgm:t>
        <a:bodyPr/>
        <a:lstStyle/>
        <a:p>
          <a:endParaRPr lang="en-US"/>
        </a:p>
      </dgm:t>
    </dgm:pt>
    <dgm:pt modelId="{921CFF89-C2AD-4B3E-92C9-ED247B22951F}">
      <dgm:prSet/>
      <dgm:spPr/>
      <dgm:t>
        <a:bodyPr/>
        <a:lstStyle/>
        <a:p>
          <a:r>
            <a:rPr lang="en-US" dirty="0"/>
            <a:t>Suggests relevant domains, actions, and entities based on user intent (e.g., “Billing”).</a:t>
          </a:r>
          <a:endParaRPr lang="en-IN" dirty="0"/>
        </a:p>
      </dgm:t>
    </dgm:pt>
    <dgm:pt modelId="{BF6C1D4A-0542-4352-9D4B-4989BEA53FFC}" type="parTrans" cxnId="{F3957E65-A2D0-481E-AA8A-660B270340C3}">
      <dgm:prSet/>
      <dgm:spPr/>
      <dgm:t>
        <a:bodyPr/>
        <a:lstStyle/>
        <a:p>
          <a:endParaRPr lang="en-IN"/>
        </a:p>
      </dgm:t>
    </dgm:pt>
    <dgm:pt modelId="{ADCAE8E5-6C1D-494A-A180-1B5D265CDAD1}" type="sibTrans" cxnId="{F3957E65-A2D0-481E-AA8A-660B270340C3}">
      <dgm:prSet/>
      <dgm:spPr/>
      <dgm:t>
        <a:bodyPr/>
        <a:lstStyle/>
        <a:p>
          <a:endParaRPr lang="en-IN"/>
        </a:p>
      </dgm:t>
    </dgm:pt>
    <dgm:pt modelId="{226F3471-FFF1-4519-B941-2A13D3421489}">
      <dgm:prSet/>
      <dgm:spPr/>
      <dgm:t>
        <a:bodyPr/>
        <a:lstStyle/>
        <a:p>
          <a:r>
            <a:rPr lang="en-US" dirty="0"/>
            <a:t>Generates initial profile templates using historical data patterns and rule-based recommendations.</a:t>
          </a:r>
          <a:endParaRPr lang="en-IN" dirty="0"/>
        </a:p>
      </dgm:t>
    </dgm:pt>
    <dgm:pt modelId="{9B63B2A7-0EEC-46E9-86F8-0127733D5B88}" type="parTrans" cxnId="{189EF218-1A40-48EB-8261-79ACA6869930}">
      <dgm:prSet/>
      <dgm:spPr/>
      <dgm:t>
        <a:bodyPr/>
        <a:lstStyle/>
        <a:p>
          <a:endParaRPr lang="en-IN"/>
        </a:p>
      </dgm:t>
    </dgm:pt>
    <dgm:pt modelId="{ABF5FD43-A53C-44C2-8E7C-BA6B4C3BFA3E}" type="sibTrans" cxnId="{189EF218-1A40-48EB-8261-79ACA6869930}">
      <dgm:prSet/>
      <dgm:spPr/>
      <dgm:t>
        <a:bodyPr/>
        <a:lstStyle/>
        <a:p>
          <a:endParaRPr lang="en-IN"/>
        </a:p>
      </dgm:t>
    </dgm:pt>
    <dgm:pt modelId="{9C30E526-C6B9-43EE-86E5-35CC77E5257B}">
      <dgm:prSet/>
      <dgm:spPr/>
      <dgm:t>
        <a:bodyPr/>
        <a:lstStyle/>
        <a:p>
          <a:r>
            <a:rPr lang="en-US" dirty="0"/>
            <a:t>Provides real-time validation and proactive feedback during profile creation.</a:t>
          </a:r>
          <a:endParaRPr lang="en-IN" dirty="0"/>
        </a:p>
      </dgm:t>
    </dgm:pt>
    <dgm:pt modelId="{9F8C7BD0-EE58-4394-A3E6-02D7CA5ADCC1}" type="parTrans" cxnId="{DA316FBB-E248-444E-A3D9-EE54A00788CF}">
      <dgm:prSet/>
      <dgm:spPr/>
      <dgm:t>
        <a:bodyPr/>
        <a:lstStyle/>
        <a:p>
          <a:endParaRPr lang="en-IN"/>
        </a:p>
      </dgm:t>
    </dgm:pt>
    <dgm:pt modelId="{C240F339-EAAE-4BFD-B5D5-4AAA2D3838E0}" type="sibTrans" cxnId="{DA316FBB-E248-444E-A3D9-EE54A00788CF}">
      <dgm:prSet/>
      <dgm:spPr/>
      <dgm:t>
        <a:bodyPr/>
        <a:lstStyle/>
        <a:p>
          <a:endParaRPr lang="en-IN"/>
        </a:p>
      </dgm:t>
    </dgm:pt>
    <dgm:pt modelId="{3CA29295-B1D7-4096-80C6-581854CC7185}">
      <dgm:prSet/>
      <dgm:spPr/>
      <dgm:t>
        <a:bodyPr/>
        <a:lstStyle/>
        <a:p>
          <a:r>
            <a:rPr lang="en-US" dirty="0"/>
            <a:t>Ensures logical combinations of domain, action, and entity are maintained for robust access control.</a:t>
          </a:r>
          <a:endParaRPr lang="en-IN" dirty="0"/>
        </a:p>
      </dgm:t>
    </dgm:pt>
    <dgm:pt modelId="{1438BADC-A160-4AD9-A62A-2B4950E375ED}" type="parTrans" cxnId="{778E9503-80E8-4C13-9BFC-1053845F60D5}">
      <dgm:prSet/>
      <dgm:spPr/>
      <dgm:t>
        <a:bodyPr/>
        <a:lstStyle/>
        <a:p>
          <a:endParaRPr lang="en-IN"/>
        </a:p>
      </dgm:t>
    </dgm:pt>
    <dgm:pt modelId="{B330114C-29AC-41F5-A3AD-1DEA18F1A091}" type="sibTrans" cxnId="{778E9503-80E8-4C13-9BFC-1053845F60D5}">
      <dgm:prSet/>
      <dgm:spPr/>
      <dgm:t>
        <a:bodyPr/>
        <a:lstStyle/>
        <a:p>
          <a:endParaRPr lang="en-IN"/>
        </a:p>
      </dgm:t>
    </dgm:pt>
    <dgm:pt modelId="{ACA0F752-BE7B-4F9B-AFB6-2EC41EEF65D9}" type="pres">
      <dgm:prSet presAssocID="{20189A6F-BB53-4A62-8E34-049145087984}" presName="linear" presStyleCnt="0">
        <dgm:presLayoutVars>
          <dgm:animLvl val="lvl"/>
          <dgm:resizeHandles val="exact"/>
        </dgm:presLayoutVars>
      </dgm:prSet>
      <dgm:spPr/>
    </dgm:pt>
    <dgm:pt modelId="{5B1054C5-1126-487C-A293-FA0E81229378}" type="pres">
      <dgm:prSet presAssocID="{9982B437-7297-48F2-92E6-27B21125C51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6E1CD80-198F-4AE0-896E-19FABDA190C5}" type="pres">
      <dgm:prSet presAssocID="{9982B437-7297-48F2-92E6-27B21125C51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78E9503-80E8-4C13-9BFC-1053845F60D5}" srcId="{9982B437-7297-48F2-92E6-27B21125C51F}" destId="{3CA29295-B1D7-4096-80C6-581854CC7185}" srcOrd="4" destOrd="0" parTransId="{1438BADC-A160-4AD9-A62A-2B4950E375ED}" sibTransId="{B330114C-29AC-41F5-A3AD-1DEA18F1A091}"/>
    <dgm:cxn modelId="{189EF218-1A40-48EB-8261-79ACA6869930}" srcId="{9982B437-7297-48F2-92E6-27B21125C51F}" destId="{226F3471-FFF1-4519-B941-2A13D3421489}" srcOrd="2" destOrd="0" parTransId="{9B63B2A7-0EEC-46E9-86F8-0127733D5B88}" sibTransId="{ABF5FD43-A53C-44C2-8E7C-BA6B4C3BFA3E}"/>
    <dgm:cxn modelId="{45E2BA39-4889-430E-84BF-FBBB1731AF2E}" type="presOf" srcId="{921CFF89-C2AD-4B3E-92C9-ED247B22951F}" destId="{06E1CD80-198F-4AE0-896E-19FABDA190C5}" srcOrd="0" destOrd="1" presId="urn:microsoft.com/office/officeart/2005/8/layout/vList2"/>
    <dgm:cxn modelId="{BF15A33F-09EA-4D6F-A054-4D450E0DBD50}" type="presOf" srcId="{3CA29295-B1D7-4096-80C6-581854CC7185}" destId="{06E1CD80-198F-4AE0-896E-19FABDA190C5}" srcOrd="0" destOrd="4" presId="urn:microsoft.com/office/officeart/2005/8/layout/vList2"/>
    <dgm:cxn modelId="{051C5A60-1D3C-47BA-8B40-A459243CAEB0}" type="presOf" srcId="{20189A6F-BB53-4A62-8E34-049145087984}" destId="{ACA0F752-BE7B-4F9B-AFB6-2EC41EEF65D9}" srcOrd="0" destOrd="0" presId="urn:microsoft.com/office/officeart/2005/8/layout/vList2"/>
    <dgm:cxn modelId="{F3957E65-A2D0-481E-AA8A-660B270340C3}" srcId="{9982B437-7297-48F2-92E6-27B21125C51F}" destId="{921CFF89-C2AD-4B3E-92C9-ED247B22951F}" srcOrd="1" destOrd="0" parTransId="{BF6C1D4A-0542-4352-9D4B-4989BEA53FFC}" sibTransId="{ADCAE8E5-6C1D-494A-A180-1B5D265CDAD1}"/>
    <dgm:cxn modelId="{35F13D6B-9099-449C-9A0D-AF74BB77808B}" srcId="{9982B437-7297-48F2-92E6-27B21125C51F}" destId="{9113D19E-A886-4B17-BD02-839CCCD2C5CC}" srcOrd="0" destOrd="0" parTransId="{EE482A2D-6456-48D3-B872-9F97E0D50E66}" sibTransId="{3DADBCBB-921D-4BC1-B349-A19C3E7197F2}"/>
    <dgm:cxn modelId="{15782D6F-CB69-4C29-BA69-57198392BA3F}" type="presOf" srcId="{9113D19E-A886-4B17-BD02-839CCCD2C5CC}" destId="{06E1CD80-198F-4AE0-896E-19FABDA190C5}" srcOrd="0" destOrd="0" presId="urn:microsoft.com/office/officeart/2005/8/layout/vList2"/>
    <dgm:cxn modelId="{6919E651-569C-418D-B474-96FE2CB195BD}" type="presOf" srcId="{9C30E526-C6B9-43EE-86E5-35CC77E5257B}" destId="{06E1CD80-198F-4AE0-896E-19FABDA190C5}" srcOrd="0" destOrd="3" presId="urn:microsoft.com/office/officeart/2005/8/layout/vList2"/>
    <dgm:cxn modelId="{CB67D494-4EE6-4B98-A4BC-44F81561276B}" type="presOf" srcId="{226F3471-FFF1-4519-B941-2A13D3421489}" destId="{06E1CD80-198F-4AE0-896E-19FABDA190C5}" srcOrd="0" destOrd="2" presId="urn:microsoft.com/office/officeart/2005/8/layout/vList2"/>
    <dgm:cxn modelId="{3E8491AC-E3E5-42E1-B0A7-A3F9A7B6F51A}" srcId="{20189A6F-BB53-4A62-8E34-049145087984}" destId="{9982B437-7297-48F2-92E6-27B21125C51F}" srcOrd="0" destOrd="0" parTransId="{5119C2C3-1835-4068-85B8-7BAA1C17AE6E}" sibTransId="{ECE1B797-590C-419D-AFA4-C277002B15B3}"/>
    <dgm:cxn modelId="{DA316FBB-E248-444E-A3D9-EE54A00788CF}" srcId="{9982B437-7297-48F2-92E6-27B21125C51F}" destId="{9C30E526-C6B9-43EE-86E5-35CC77E5257B}" srcOrd="3" destOrd="0" parTransId="{9F8C7BD0-EE58-4394-A3E6-02D7CA5ADCC1}" sibTransId="{C240F339-EAAE-4BFD-B5D5-4AAA2D3838E0}"/>
    <dgm:cxn modelId="{4F7684FD-B905-4B0D-84EA-C734DDC9239E}" type="presOf" srcId="{9982B437-7297-48F2-92E6-27B21125C51F}" destId="{5B1054C5-1126-487C-A293-FA0E81229378}" srcOrd="0" destOrd="0" presId="urn:microsoft.com/office/officeart/2005/8/layout/vList2"/>
    <dgm:cxn modelId="{5EBCD98C-3779-40BA-9BA3-E535B27394BC}" type="presParOf" srcId="{ACA0F752-BE7B-4F9B-AFB6-2EC41EEF65D9}" destId="{5B1054C5-1126-487C-A293-FA0E81229378}" srcOrd="0" destOrd="0" presId="urn:microsoft.com/office/officeart/2005/8/layout/vList2"/>
    <dgm:cxn modelId="{55FAB7A5-D606-49B1-8090-FB3DC7947314}" type="presParOf" srcId="{ACA0F752-BE7B-4F9B-AFB6-2EC41EEF65D9}" destId="{06E1CD80-198F-4AE0-896E-19FABDA190C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30E83-85D6-4708-B3BC-FE79D3B2C102}">
      <dsp:nvSpPr>
        <dsp:cNvPr id="0" name=""/>
        <dsp:cNvSpPr/>
      </dsp:nvSpPr>
      <dsp:spPr>
        <a:xfrm>
          <a:off x="727543" y="33850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55249-E8FE-4895-98AC-447588C45945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42730-D583-400C-944E-A0EAC436FFA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AI-powered assistant for FSM</a:t>
          </a:r>
        </a:p>
      </dsp:txBody>
      <dsp:txXfrm>
        <a:off x="93445" y="3018902"/>
        <a:ext cx="3206250" cy="720000"/>
      </dsp:txXfrm>
    </dsp:sp>
    <dsp:sp modelId="{D9C2EFB5-EA3B-434E-B6B7-E825011E8084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8F217-1361-4A6B-A433-A2B09EC09A20}">
      <dsp:nvSpPr>
        <dsp:cNvPr id="0" name=""/>
        <dsp:cNvSpPr/>
      </dsp:nvSpPr>
      <dsp:spPr>
        <a:xfrm>
          <a:off x="4890847" y="755331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6EA69-BB4B-4204-B035-18847745CCCF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Intelligent insights into security profiles</a:t>
          </a:r>
        </a:p>
      </dsp:txBody>
      <dsp:txXfrm>
        <a:off x="3860789" y="3018902"/>
        <a:ext cx="3206250" cy="720000"/>
      </dsp:txXfrm>
    </dsp:sp>
    <dsp:sp modelId="{D5CD1185-DB84-4F24-A340-2D142355DAA5}">
      <dsp:nvSpPr>
        <dsp:cNvPr id="0" name=""/>
        <dsp:cNvSpPr/>
      </dsp:nvSpPr>
      <dsp:spPr>
        <a:xfrm>
          <a:off x="8362192" y="33850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18F57-F92D-4528-9DD1-F3EA7E928950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FE632-86F6-4231-9020-5CA1D8B61788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Enhancing accuracy, efficiency, and compliance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4EB16-EC79-4C95-BBFE-D871B0A69F78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91DD7F-99F7-486E-9F95-11C096FB00E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63159-F406-43A1-AC4B-7E04818944C7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FSM manages </a:t>
          </a:r>
          <a:r>
            <a:rPr lang="en-IN" sz="2100" b="1" kern="1200" dirty="0"/>
            <a:t>Facets Security Profile Configurations</a:t>
          </a:r>
          <a:r>
            <a:rPr lang="en-IN" sz="2100" kern="1200" dirty="0"/>
            <a:t> at domain–action–entity level</a:t>
          </a:r>
          <a:endParaRPr lang="en-US" sz="2100" kern="1200" dirty="0"/>
        </a:p>
      </dsp:txBody>
      <dsp:txXfrm>
        <a:off x="1339618" y="2288"/>
        <a:ext cx="5024605" cy="1159843"/>
      </dsp:txXfrm>
    </dsp:sp>
    <dsp:sp modelId="{15499D3F-AA5B-4C89-BF46-A018CF5DBA9E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A09C4-BDA3-4B1E-B4F8-6937390BBAF8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E91E6-008F-4641-A6C0-21408191FE12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Users often struggle to interpret and validate profiles</a:t>
          </a:r>
          <a:endParaRPr lang="en-US" sz="2100" kern="1200" dirty="0"/>
        </a:p>
      </dsp:txBody>
      <dsp:txXfrm>
        <a:off x="1339618" y="1452092"/>
        <a:ext cx="5024605" cy="1159843"/>
      </dsp:txXfrm>
    </dsp:sp>
    <dsp:sp modelId="{46F3E1C5-1D12-4DF8-AD70-B29A1A0ECA93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0B413-1625-42A2-8497-844EAB23E32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D39B7-205B-4BFF-A8BF-87B5FE51D576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Explainer</a:t>
          </a:r>
          <a:r>
            <a:rPr lang="en-IN" sz="2100" kern="1200" dirty="0"/>
            <a:t>: AI + rule-based + embeddings → conversational insights</a:t>
          </a:r>
          <a:endParaRPr lang="en-US" sz="2100" kern="1200" dirty="0"/>
        </a:p>
      </dsp:txBody>
      <dsp:txXfrm>
        <a:off x="1339618" y="2901896"/>
        <a:ext cx="5024605" cy="1159843"/>
      </dsp:txXfrm>
    </dsp:sp>
    <dsp:sp modelId="{2B8D77C0-DDC3-40B8-8C55-7CB0636875E8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0FD52-03C9-496E-8D86-19833009CF27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5E1F9A-897A-40B4-9A59-4856DACE3202}">
      <dsp:nvSpPr>
        <dsp:cNvPr id="0" name=""/>
        <dsp:cNvSpPr/>
      </dsp:nvSpPr>
      <dsp:spPr>
        <a:xfrm>
          <a:off x="1339618" y="4351700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Benefits:</a:t>
          </a:r>
          <a:endParaRPr lang="en-US" sz="2100" kern="1200" dirty="0"/>
        </a:p>
      </dsp:txBody>
      <dsp:txXfrm>
        <a:off x="1339618" y="4351700"/>
        <a:ext cx="2863900" cy="1159843"/>
      </dsp:txXfrm>
    </dsp:sp>
    <dsp:sp modelId="{0FB00989-0380-459F-98FB-C18DED1FE9F0}">
      <dsp:nvSpPr>
        <dsp:cNvPr id="0" name=""/>
        <dsp:cNvSpPr/>
      </dsp:nvSpPr>
      <dsp:spPr>
        <a:xfrm>
          <a:off x="4203519" y="4351700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Reduced manual effort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Improved accuracy</a:t>
          </a:r>
          <a:endParaRPr lang="en-US" sz="1300" kern="1200" dirty="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Enhanced user experience</a:t>
          </a:r>
          <a:endParaRPr lang="en-US" sz="1300" kern="1200" dirty="0"/>
        </a:p>
      </dsp:txBody>
      <dsp:txXfrm>
        <a:off x="4203519" y="4351700"/>
        <a:ext cx="2160704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FC3A0-575B-45DF-AFAB-C1B0B3F708F0}">
      <dsp:nvSpPr>
        <dsp:cNvPr id="0" name=""/>
        <dsp:cNvSpPr/>
      </dsp:nvSpPr>
      <dsp:spPr>
        <a:xfrm>
          <a:off x="0" y="666"/>
          <a:ext cx="6364224" cy="687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1. Profile Summary &amp; Explanation</a:t>
          </a:r>
          <a:endParaRPr lang="en-US" sz="2800" kern="1200" dirty="0"/>
        </a:p>
      </dsp:txBody>
      <dsp:txXfrm>
        <a:off x="33583" y="34249"/>
        <a:ext cx="6297058" cy="620794"/>
      </dsp:txXfrm>
    </dsp:sp>
    <dsp:sp modelId="{579D312E-F98D-4BB3-BF2A-07126C00B61A}">
      <dsp:nvSpPr>
        <dsp:cNvPr id="0" name=""/>
        <dsp:cNvSpPr/>
      </dsp:nvSpPr>
      <dsp:spPr>
        <a:xfrm>
          <a:off x="0" y="688626"/>
          <a:ext cx="6364224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29210" rIns="163576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Transforms raw profile configuration data into clear, human-readable summaries.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Explains what each profile permits or restricts using a combination of LLMs and rule-based logic.</a:t>
          </a:r>
          <a:endParaRPr lang="en-US" sz="2300" kern="1200" dirty="0"/>
        </a:p>
      </dsp:txBody>
      <dsp:txXfrm>
        <a:off x="0" y="688626"/>
        <a:ext cx="6364224" cy="1738800"/>
      </dsp:txXfrm>
    </dsp:sp>
    <dsp:sp modelId="{AE936131-51F3-4656-9DF0-05D0BEE95376}">
      <dsp:nvSpPr>
        <dsp:cNvPr id="0" name=""/>
        <dsp:cNvSpPr/>
      </dsp:nvSpPr>
      <dsp:spPr>
        <a:xfrm>
          <a:off x="0" y="2427426"/>
          <a:ext cx="6364224" cy="6879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2. Validation Assistant</a:t>
          </a:r>
          <a:endParaRPr lang="en-US" sz="2800" kern="1200" dirty="0"/>
        </a:p>
      </dsp:txBody>
      <dsp:txXfrm>
        <a:off x="33583" y="2461009"/>
        <a:ext cx="6297058" cy="620794"/>
      </dsp:txXfrm>
    </dsp:sp>
    <dsp:sp modelId="{35AD3574-D795-46D0-8C13-205BCD385803}">
      <dsp:nvSpPr>
        <dsp:cNvPr id="0" name=""/>
        <dsp:cNvSpPr/>
      </dsp:nvSpPr>
      <dsp:spPr>
        <a:xfrm>
          <a:off x="0" y="3115386"/>
          <a:ext cx="63642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 dirty="0"/>
            <a:t>Detects invalid, inconsistent, or redundant profile configurations.</a:t>
          </a:r>
          <a:endParaRPr lang="en-US" sz="2200" kern="1200" dirty="0"/>
        </a:p>
      </dsp:txBody>
      <dsp:txXfrm>
        <a:off x="0" y="3115386"/>
        <a:ext cx="6364224" cy="695520"/>
      </dsp:txXfrm>
    </dsp:sp>
    <dsp:sp modelId="{63DB306A-B1C2-45C5-A404-A56EEC0ADA26}">
      <dsp:nvSpPr>
        <dsp:cNvPr id="0" name=""/>
        <dsp:cNvSpPr/>
      </dsp:nvSpPr>
      <dsp:spPr>
        <a:xfrm>
          <a:off x="0" y="3810906"/>
          <a:ext cx="6364224" cy="6879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3. Natural Language Q&amp;A</a:t>
          </a:r>
          <a:endParaRPr lang="en-US" sz="2800" kern="1200" dirty="0"/>
        </a:p>
      </dsp:txBody>
      <dsp:txXfrm>
        <a:off x="33583" y="3844489"/>
        <a:ext cx="6297058" cy="620794"/>
      </dsp:txXfrm>
    </dsp:sp>
    <dsp:sp modelId="{57E1F20D-9924-4913-88B3-F4588061F7CD}">
      <dsp:nvSpPr>
        <dsp:cNvPr id="0" name=""/>
        <dsp:cNvSpPr/>
      </dsp:nvSpPr>
      <dsp:spPr>
        <a:xfrm>
          <a:off x="0" y="4498866"/>
          <a:ext cx="6364224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Utilizes intent classification and embedding-based retrieval for semantic matching and typo tolerance.</a:t>
          </a:r>
        </a:p>
      </dsp:txBody>
      <dsp:txXfrm>
        <a:off x="0" y="4498866"/>
        <a:ext cx="6364224" cy="10143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B1DE9-07DE-47FE-BF59-02994F63C208}">
      <dsp:nvSpPr>
        <dsp:cNvPr id="0" name=""/>
        <dsp:cNvSpPr/>
      </dsp:nvSpPr>
      <dsp:spPr>
        <a:xfrm>
          <a:off x="0" y="1565"/>
          <a:ext cx="6364224" cy="7370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/>
            <a:t>4. Profile Listing &amp; Search</a:t>
          </a:r>
          <a:endParaRPr lang="en-US" sz="3000" kern="1200" dirty="0"/>
        </a:p>
      </dsp:txBody>
      <dsp:txXfrm>
        <a:off x="35982" y="37547"/>
        <a:ext cx="6292260" cy="665135"/>
      </dsp:txXfrm>
    </dsp:sp>
    <dsp:sp modelId="{32BA5047-F2D9-40D1-B02C-AA895CDAFFF6}">
      <dsp:nvSpPr>
        <dsp:cNvPr id="0" name=""/>
        <dsp:cNvSpPr/>
      </dsp:nvSpPr>
      <dsp:spPr>
        <a:xfrm>
          <a:off x="0" y="738665"/>
          <a:ext cx="6364224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Lists all profiles or filters by domain/action/entity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Embedding-based fuzzy search + suggestions</a:t>
          </a:r>
          <a:endParaRPr lang="en-US" sz="2300" kern="1200" dirty="0"/>
        </a:p>
      </dsp:txBody>
      <dsp:txXfrm>
        <a:off x="0" y="738665"/>
        <a:ext cx="6364224" cy="1117800"/>
      </dsp:txXfrm>
    </dsp:sp>
    <dsp:sp modelId="{7186DD7D-EA59-4D2D-8BC0-86F82DA8C4FA}">
      <dsp:nvSpPr>
        <dsp:cNvPr id="0" name=""/>
        <dsp:cNvSpPr/>
      </dsp:nvSpPr>
      <dsp:spPr>
        <a:xfrm>
          <a:off x="0" y="1856466"/>
          <a:ext cx="6364224" cy="73709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 dirty="0"/>
            <a:t>5. Scalable RAG Architecture</a:t>
          </a:r>
          <a:endParaRPr lang="en-US" sz="3000" kern="1200" dirty="0"/>
        </a:p>
      </dsp:txBody>
      <dsp:txXfrm>
        <a:off x="35982" y="1892448"/>
        <a:ext cx="6292260" cy="665135"/>
      </dsp:txXfrm>
    </dsp:sp>
    <dsp:sp modelId="{EAF3D91E-917E-4AA4-B979-FC8DB152067D}">
      <dsp:nvSpPr>
        <dsp:cNvPr id="0" name=""/>
        <dsp:cNvSpPr/>
      </dsp:nvSpPr>
      <dsp:spPr>
        <a:xfrm>
          <a:off x="0" y="2593565"/>
          <a:ext cx="6364224" cy="2918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Integrates a Chroma vector store with structured metadata for efficient retrieval.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/>
            <a:t>Embedding similarity search answers vague queries, such as “Show billing profiles.”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300" kern="1200" dirty="0"/>
            <a:t>Intent classifier intelligently routes queries to the appropriate backend logic (summary, validation, Q&amp;A, etc.).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300" kern="1200" dirty="0"/>
        </a:p>
      </dsp:txBody>
      <dsp:txXfrm>
        <a:off x="0" y="2593565"/>
        <a:ext cx="6364224" cy="29187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054C5-1126-487C-A293-FA0E81229378}">
      <dsp:nvSpPr>
        <dsp:cNvPr id="0" name=""/>
        <dsp:cNvSpPr/>
      </dsp:nvSpPr>
      <dsp:spPr>
        <a:xfrm>
          <a:off x="0" y="1791"/>
          <a:ext cx="6364224" cy="761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AI-Powered Profile Builder</a:t>
          </a:r>
          <a:endParaRPr lang="en-US" sz="3100" kern="1200" dirty="0"/>
        </a:p>
      </dsp:txBody>
      <dsp:txXfrm>
        <a:off x="37182" y="38973"/>
        <a:ext cx="6289860" cy="687306"/>
      </dsp:txXfrm>
    </dsp:sp>
    <dsp:sp modelId="{06E1CD80-198F-4AE0-896E-19FABDA190C5}">
      <dsp:nvSpPr>
        <dsp:cNvPr id="0" name=""/>
        <dsp:cNvSpPr/>
      </dsp:nvSpPr>
      <dsp:spPr>
        <a:xfrm>
          <a:off x="0" y="763461"/>
          <a:ext cx="6364224" cy="4748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Interactive assistant to guide FSM users in creating new security profiles.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Suggests relevant domains, actions, and entities based on user intent (e.g., “Billing”).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Generates initial profile templates using historical data patterns and rule-based recommendations.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Provides real-time validation and proactive feedback during profile creation.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Ensures logical combinations of domain, action, and entity are maintained for robust access control.</a:t>
          </a:r>
          <a:endParaRPr lang="en-IN" sz="2400" kern="1200" dirty="0"/>
        </a:p>
      </dsp:txBody>
      <dsp:txXfrm>
        <a:off x="0" y="763461"/>
        <a:ext cx="6364224" cy="47485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08CBA-4180-4433-8F3A-3205D35F0B96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AA726-F9F3-48C3-AF89-78DF5D1CEFB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13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AA726-F9F3-48C3-AF89-78DF5D1CEFBF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48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663BC2-C113-4DF0-828D-49E1A236C7F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6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1E49-4861-1432-162C-C6B13CA0F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93443-C558-4C1B-AF7B-4A5A6FA18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CCC9D-F9DE-A923-CF3F-1AE93196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74DB-D227-4701-D131-C268F3EF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4F59D-45E5-F5CC-7870-71D96058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35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77BE-E7ED-5827-B83E-9F9FCACC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B1F26-314B-042F-8577-8F3D1E535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9EBBF-D32E-6956-FB1B-836A1ED5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39057-5AC1-8AF9-5743-9DDE4A53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BA0B0-AB12-6A33-198D-E779F5D72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696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5CDC-1FF0-439B-B126-9D0833BE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36E35-EBC2-B7F1-CCB1-D8273CAA2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19266-90C0-4EEC-8802-80138B93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E186E-3AC3-1CD6-DC22-4EF65EAD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840CB-6ACE-0E43-F699-30225C71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50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296E-DE2A-CA5E-613F-496C764A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362B-761A-8E5D-416F-36BB7D8CE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1479A-D5B8-B8E5-1E6B-3A35182F7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58651-ED49-6A56-85E0-3EA3A556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1C65A-7A11-BC7F-841C-8E8940DF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8DA9A-B676-831A-B020-938920DE6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60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6D2F-71F3-435B-22F9-5B1065A3B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BC189-13C1-3E3B-EBB2-98226E968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F2DD9-3DA5-CA02-23DF-0ED76908A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85C04-FB96-0E9F-4462-664557BE9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247B5-BBE3-74C1-E76F-38953D425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BAE12-BB28-B3EC-304B-707CB366E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D2548-98F3-0168-934A-A1882AC1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946B2-809D-DA5D-979B-C9010C05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895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C24C-D0D7-1016-51F3-FD9E3AE6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6F1B8-9CF6-8457-DB4C-855887D5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3CDAE-F95F-79BF-B05C-3F8B4E33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65C2F-30E1-115C-7AFB-3DB3230B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563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359EE-F0E2-31E8-4320-23F260F2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572493-D94D-96EB-47E9-EB84DFC33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C40FA-A3E5-0F49-E2B8-9A0AA086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1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7B9D-FDE7-E6FF-091B-91CEA087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758F-8E25-F22A-420F-67B7BC370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64B84-EDD8-748C-3464-427A57FD3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1B617-A6A4-798E-E04B-C7D90B9C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46E14-0E6A-D74D-2167-354D3503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AA83F-3127-81AF-D3D4-1A33ECAA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58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868D-A791-6DFD-C7A4-27BAFF0C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5747C-0CB0-68E6-C14F-230D9F969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6B328-2B18-068F-8158-C76FEE810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248F1-6738-1E46-1BFD-9C3C82CC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9EF25-A46D-86D1-7407-936A873C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99D71-2F3B-5C7D-DCD3-B9B70567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56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A09E-8AFD-D341-B773-17319370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FBF50-A1CD-A0F2-5EA6-26ADB6894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4DD8-55A0-5E59-9F2D-8160A46A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D387-F0F7-25C1-EA1D-235F3CE4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7749-78FC-83A0-72E8-C3D7767FB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59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B189A-986E-972B-C76A-0BFE3B4C6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DD453-59FB-4B29-40BC-2F2BA3130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DA4B4-6F23-2CF7-FAA5-FF7F3402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2302-195E-1F25-9577-4D9AE43E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1B6AC-E4D9-A82A-442C-9FBD4AEF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485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9B634F-63D6-AE4A-BB13-52915F0F9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1087389A-339D-0442-91DB-A46772F46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A6AC27B3-FDC8-3841-852E-B0B40C456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C21A71-6B64-1E44-BC9B-0AE8D397D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2438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3A67F1-7066-FB44-9D0C-6995B4DC549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5191" y="1196975"/>
            <a:ext cx="3506787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551ACA07-E593-DB4D-B910-4AD039617F3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84497" y="1196975"/>
            <a:ext cx="3566109" cy="282575"/>
          </a:xfrm>
        </p:spPr>
        <p:txBody>
          <a:bodyPr/>
          <a:lstStyle>
            <a:lvl1pPr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37D7C2-629F-0E44-9665-50F1EE79C6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52438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Content Placeholder 7">
            <a:extLst>
              <a:ext uri="{FF2B5EF4-FFF2-40B4-BE49-F238E27FC236}">
                <a16:creationId xmlns:a16="http://schemas.microsoft.com/office/drawing/2014/main" id="{940EB5D9-35CF-A044-BFE3-B5F4FDDFF640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302544" y="1735922"/>
            <a:ext cx="3506787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7">
            <a:extLst>
              <a:ext uri="{FF2B5EF4-FFF2-40B4-BE49-F238E27FC236}">
                <a16:creationId xmlns:a16="http://schemas.microsoft.com/office/drawing/2014/main" id="{2C5AB9DA-D745-3E49-B64B-3EAB32EE88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68691" y="1735922"/>
            <a:ext cx="3566109" cy="4033837"/>
          </a:xfrm>
        </p:spPr>
        <p:txBody>
          <a:bodyPr/>
          <a:lstStyle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DBB70A90-9508-EE46-AB86-2AAE73E4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B424675C-9C4A-C443-B600-7A7E44BAE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96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105094"/>
            <a:ext cx="4013200" cy="1828469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1367942" y="168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61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2022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64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1D827-41C3-AABB-279C-FCF3D28F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663C0-5C0A-CA92-F5F9-22564728A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42073-7ED8-2257-836A-3D3B4F3F2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2E203-09F2-41F7-AE0F-30DE9A38C7EA}" type="datetimeFigureOut">
              <a:rPr lang="en-IN" smtClean="0"/>
              <a:t>23-12-2025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3DA40-4DC5-1CA5-3A07-8860EF505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4A210-7019-3DE4-9941-6E112AABB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D9D96-1C4A-4369-AD09-185132355B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42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5EC59C0-9CBA-8F4F-A32F-8F05A2B79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818" y="2083323"/>
            <a:ext cx="4552841" cy="1828469"/>
          </a:xfrm>
        </p:spPr>
        <p:txBody>
          <a:bodyPr/>
          <a:lstStyle/>
          <a:p>
            <a:r>
              <a:rPr lang="en-US" dirty="0"/>
              <a:t>Facets Security Profile Explainer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09899AD9-F05F-4448-84EC-C44E5A315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5B54-6779-CD4A-A56B-DDD9A92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2025 Cognizant</a:t>
            </a:r>
          </a:p>
        </p:txBody>
      </p:sp>
    </p:spTree>
    <p:extLst>
      <p:ext uri="{BB962C8B-B14F-4D97-AF65-F5344CB8AC3E}">
        <p14:creationId xmlns:p14="http://schemas.microsoft.com/office/powerpoint/2010/main" val="189477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7A823-CBED-F0D9-5837-070471F7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BE8CE5-5051-DA60-685E-63631443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Facets Security Profile Explainer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93585-C342-DFA3-AA59-73516AD7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rgbClr val="FFFFFF"/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405E7-8B26-5C52-95D5-AED99625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27212F61-216B-6EA5-989C-0C7065540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2578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865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31884A-0D56-6EC6-A318-11BB1004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46BB9B-A81D-B4B2-53E6-E1F0A49DF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76493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1797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11F7F-31AD-AF93-5667-6FE3A4EE5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3F9A96-B967-3221-BC42-3AC18B68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5600" dirty="0">
                <a:solidFill>
                  <a:srgbClr val="FFFFFF"/>
                </a:solidFill>
              </a:rPr>
              <a:t>High-Level Components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E466DE-C956-EADA-9330-8DA4ACE5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1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30215-0931-A468-98D3-CFCC5E2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@2025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8575C-EF1A-7E4D-961F-4A5EF3FF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10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E0C60-817C-22EB-860C-35521FBA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731A16-13CA-1790-7F59-D661E540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8000" dirty="0">
                <a:solidFill>
                  <a:srgbClr val="FFFFFF"/>
                </a:solidFill>
              </a:rPr>
              <a:t>Data Flow Example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6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228F8C0-0966-A372-319F-6062C5FD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Example: Request Flow ("Explain profile ACT00001")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1. User enters: "Explain profile ACT00001"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2. Frontend: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Classifies intent ("summary") via backend LLM endpoint.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Sends request to `/clarify_profile_id` (fuzzy match).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Sends request to `/explain_profile/ACT00001`.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3. Backend: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Fetches profile data from SQL Server.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Generates rule-based summary with Pandas.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Calls LLM for AI summary.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Returns both summaries and validation issues.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4. Frontend: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Displays chat message.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Shows summary tabs (AI, rule-based, validation).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alpha val="80000"/>
                  </a:schemeClr>
                </a:solidFill>
              </a:rPr>
              <a:t>    - Offers PDF download.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30769-19C3-43E4-E8F1-051A743F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77D8C-5FDE-829A-97DA-425FAA49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3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191E1-C8B4-12EB-9C24-F7C052F7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F6DC5F-7937-231A-B04A-54A1D991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IN" sz="7400" dirty="0">
                <a:solidFill>
                  <a:srgbClr val="FFFFFF"/>
                </a:solidFill>
              </a:rPr>
              <a:t>Semantic Search Flow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4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2D40668-8AF7-226D-55C5-D838838E8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2000" dirty="0">
                <a:solidFill>
                  <a:schemeClr val="tx1">
                    <a:alpha val="80000"/>
                  </a:schemeClr>
                </a:solidFill>
              </a:rPr>
              <a:t>User asks natural language question(“Show billing profiles”)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Embedding generated for query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Similar profiles retrieved from vector store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Context assembled and passed to LLM 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LLM generates answer; returned to frontend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6D914-B02F-56D2-6A88-C9E209C2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alpha val="6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FBF0-406D-8B66-5BB7-D9F122C3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057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2E998-02C1-AF06-5A2F-1BAF4DB9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74A8A5-0208-18E2-AD84-AD7AF472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Key Capabilities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6E795-DAB6-128A-FDBB-43D18A4A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99D22-0ADF-FF6E-BA45-1C0962BF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DC9D8392-E413-87B7-7047-69F3E742D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43694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951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2D3B6-0FE5-EB3C-C501-5D0EA333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A411A-439D-71A5-DD30-E2C838D9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Key Capabilities (contd.,)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ADD97A-010B-3BCB-BD0F-6B8208E2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4EE41-6752-C175-0E4E-017DE470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5A6B0CF4-D09E-63F3-441C-B25AE7DC50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82902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109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7C858-E4E7-6423-8D73-03ED26D3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5EF4D-AF49-06D0-EBED-0BA9FEA2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Future Use Case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AFA42-123F-1092-C76A-01AA55FE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2022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0CDBD-58A5-C42C-BCE9-FF3A5AD5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3E075B-3175-45CF-B3C7-FEDF3F5961E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2" name="Content Placeholder 19">
            <a:extLst>
              <a:ext uri="{FF2B5EF4-FFF2-40B4-BE49-F238E27FC236}">
                <a16:creationId xmlns:a16="http://schemas.microsoft.com/office/drawing/2014/main" id="{0A659D1A-8512-E568-23E6-2F6301392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01084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22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3D94CC7-B222-5B44-969E-ABE4C1FCD6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538CCB4-1560-6942-A5AB-C8F09B13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2025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E55FCB-FBA5-ED4E-AAF6-496B4259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dirty="0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06E95-1D73-3A40-B8E7-14342E325FED}"/>
              </a:ext>
            </a:extLst>
          </p:cNvPr>
          <p:cNvSpPr txBox="1"/>
          <p:nvPr/>
        </p:nvSpPr>
        <p:spPr>
          <a:xfrm>
            <a:off x="10888717" y="348943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E24C1-54AE-DD46-B667-D9FBFDF3B512}"/>
              </a:ext>
            </a:extLst>
          </p:cNvPr>
          <p:cNvSpPr txBox="1"/>
          <p:nvPr/>
        </p:nvSpPr>
        <p:spPr>
          <a:xfrm>
            <a:off x="2609193" y="41226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92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502</Words>
  <Application>Microsoft Office PowerPoint</Application>
  <PresentationFormat>Widescreen</PresentationFormat>
  <Paragraphs>81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Facets Security Profile Explainer</vt:lpstr>
      <vt:lpstr>Facets Security Profile Explainer</vt:lpstr>
      <vt:lpstr>Overview</vt:lpstr>
      <vt:lpstr>High-Level Components</vt:lpstr>
      <vt:lpstr>Data Flow Example</vt:lpstr>
      <vt:lpstr>Semantic Search Flow</vt:lpstr>
      <vt:lpstr>Key Capabilities</vt:lpstr>
      <vt:lpstr>Key Capabilities (contd.,)</vt:lpstr>
      <vt:lpstr>Future Use Case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Subramanian, Swathi (Cognizant)</dc:creator>
  <cp:lastModifiedBy>C, Rahul (Cognizant)</cp:lastModifiedBy>
  <cp:revision>2</cp:revision>
  <dcterms:created xsi:type="dcterms:W3CDTF">2025-09-10T15:04:06Z</dcterms:created>
  <dcterms:modified xsi:type="dcterms:W3CDTF">2025-12-23T07:10:54Z</dcterms:modified>
</cp:coreProperties>
</file>